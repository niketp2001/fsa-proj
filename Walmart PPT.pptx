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4.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51" r:id="rId2"/>
    <p:sldMasterId id="2147483768" r:id="rId3"/>
    <p:sldMasterId id="2147483785" r:id="rId4"/>
    <p:sldMasterId id="2147483840" r:id="rId5"/>
  </p:sldMasterIdLst>
  <p:notesMasterIdLst>
    <p:notesMasterId r:id="rId26"/>
  </p:notesMasterIdLst>
  <p:sldIdLst>
    <p:sldId id="256" r:id="rId6"/>
    <p:sldId id="257" r:id="rId7"/>
    <p:sldId id="258" r:id="rId8"/>
    <p:sldId id="259" r:id="rId9"/>
    <p:sldId id="263" r:id="rId10"/>
    <p:sldId id="262" r:id="rId11"/>
    <p:sldId id="261" r:id="rId12"/>
    <p:sldId id="264" r:id="rId13"/>
    <p:sldId id="265" r:id="rId14"/>
    <p:sldId id="266" r:id="rId15"/>
    <p:sldId id="267" r:id="rId16"/>
    <p:sldId id="270" r:id="rId17"/>
    <p:sldId id="271" r:id="rId18"/>
    <p:sldId id="272" r:id="rId19"/>
    <p:sldId id="274" r:id="rId20"/>
    <p:sldId id="273" r:id="rId21"/>
    <p:sldId id="275" r:id="rId22"/>
    <p:sldId id="276" r:id="rId23"/>
    <p:sldId id="277" r:id="rId24"/>
    <p:sldId id="27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077597-D927-4E10-AAB6-6A1D6F00BA72}" v="231" dt="2024-12-12T19:32:37.523"/>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95706" autoAdjust="0"/>
  </p:normalViewPr>
  <p:slideViewPr>
    <p:cSldViewPr snapToGrid="0">
      <p:cViewPr varScale="1">
        <p:scale>
          <a:sx n="86" d="100"/>
          <a:sy n="86" d="100"/>
        </p:scale>
        <p:origin x="72" y="1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5/10/relationships/revisionInfo" Target="revisionInfo.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6/11/relationships/changesInfo" Target="changesInfos/changesInfo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et Shah" userId="92ecded0c44668af" providerId="LiveId" clId="{B8077597-D927-4E10-AAB6-6A1D6F00BA72}"/>
    <pc:docChg chg="undo redo custSel addSld delSld modSld sldOrd addMainMaster delMainMaster modMainMaster">
      <pc:chgData name="Niket Shah" userId="92ecded0c44668af" providerId="LiveId" clId="{B8077597-D927-4E10-AAB6-6A1D6F00BA72}" dt="2024-12-12T19:34:32.666" v="2619" actId="14100"/>
      <pc:docMkLst>
        <pc:docMk/>
      </pc:docMkLst>
      <pc:sldChg chg="addSp delSp modSp new mod setBg modClrScheme addAnim delAnim setClrOvrMap delDesignElem chgLayout">
        <pc:chgData name="Niket Shah" userId="92ecded0c44668af" providerId="LiveId" clId="{B8077597-D927-4E10-AAB6-6A1D6F00BA72}" dt="2024-12-12T17:29:47.590" v="1484"/>
        <pc:sldMkLst>
          <pc:docMk/>
          <pc:sldMk cId="2887168964" sldId="256"/>
        </pc:sldMkLst>
        <pc:spChg chg="mod">
          <ac:chgData name="Niket Shah" userId="92ecded0c44668af" providerId="LiveId" clId="{B8077597-D927-4E10-AAB6-6A1D6F00BA72}" dt="2024-12-12T17:29:47.590" v="1484"/>
          <ac:spMkLst>
            <pc:docMk/>
            <pc:sldMk cId="2887168964" sldId="256"/>
            <ac:spMk id="2" creationId="{C8024F9D-91B0-A1D6-16FA-EF88A36FE7EC}"/>
          </ac:spMkLst>
        </pc:spChg>
        <pc:spChg chg="mod">
          <ac:chgData name="Niket Shah" userId="92ecded0c44668af" providerId="LiveId" clId="{B8077597-D927-4E10-AAB6-6A1D6F00BA72}" dt="2024-12-12T06:50:44.155" v="110" actId="26606"/>
          <ac:spMkLst>
            <pc:docMk/>
            <pc:sldMk cId="2887168964" sldId="256"/>
            <ac:spMk id="3" creationId="{349E7549-15B1-EECB-52BD-F761BF94588D}"/>
          </ac:spMkLst>
        </pc:spChg>
        <pc:spChg chg="add del">
          <ac:chgData name="Niket Shah" userId="92ecded0c44668af" providerId="LiveId" clId="{B8077597-D927-4E10-AAB6-6A1D6F00BA72}" dt="2024-12-12T05:16:00.212" v="15" actId="26606"/>
          <ac:spMkLst>
            <pc:docMk/>
            <pc:sldMk cId="2887168964" sldId="256"/>
            <ac:spMk id="7" creationId="{00E45B9B-5690-F156-E2ED-D88478B7627A}"/>
          </ac:spMkLst>
        </pc:spChg>
        <pc:spChg chg="add del">
          <ac:chgData name="Niket Shah" userId="92ecded0c44668af" providerId="LiveId" clId="{B8077597-D927-4E10-AAB6-6A1D6F00BA72}" dt="2024-12-12T05:16:00.212" v="15" actId="26606"/>
          <ac:spMkLst>
            <pc:docMk/>
            <pc:sldMk cId="2887168964" sldId="256"/>
            <ac:spMk id="8" creationId="{97081EE3-B6BE-9584-F5AF-E5F6484DA7A1}"/>
          </ac:spMkLst>
        </pc:spChg>
        <pc:spChg chg="add del">
          <ac:chgData name="Niket Shah" userId="92ecded0c44668af" providerId="LiveId" clId="{B8077597-D927-4E10-AAB6-6A1D6F00BA72}" dt="2024-12-12T05:16:00.212" v="15" actId="26606"/>
          <ac:spMkLst>
            <pc:docMk/>
            <pc:sldMk cId="2887168964" sldId="256"/>
            <ac:spMk id="9" creationId="{41A03FE5-7938-1573-2D18-E168CC7C0ABF}"/>
          </ac:spMkLst>
        </pc:spChg>
        <pc:spChg chg="add del">
          <ac:chgData name="Niket Shah" userId="92ecded0c44668af" providerId="LiveId" clId="{B8077597-D927-4E10-AAB6-6A1D6F00BA72}" dt="2024-12-12T05:14:16.931" v="10" actId="26606"/>
          <ac:spMkLst>
            <pc:docMk/>
            <pc:sldMk cId="2887168964" sldId="256"/>
            <ac:spMk id="10" creationId="{A88F843D-1C1B-C740-AC27-E3238D0F5F47}"/>
          </ac:spMkLst>
        </pc:spChg>
        <pc:spChg chg="add del">
          <ac:chgData name="Niket Shah" userId="92ecded0c44668af" providerId="LiveId" clId="{B8077597-D927-4E10-AAB6-6A1D6F00BA72}" dt="2024-12-12T05:17:29.732" v="19" actId="26606"/>
          <ac:spMkLst>
            <pc:docMk/>
            <pc:sldMk cId="2887168964" sldId="256"/>
            <ac:spMk id="11" creationId="{8BEC44CD-E290-4D60-A056-5BA05B182AC3}"/>
          </ac:spMkLst>
        </pc:spChg>
        <pc:spChg chg="add del">
          <ac:chgData name="Niket Shah" userId="92ecded0c44668af" providerId="LiveId" clId="{B8077597-D927-4E10-AAB6-6A1D6F00BA72}" dt="2024-12-12T05:14:16.931" v="10" actId="26606"/>
          <ac:spMkLst>
            <pc:docMk/>
            <pc:sldMk cId="2887168964" sldId="256"/>
            <ac:spMk id="12" creationId="{A21C8291-E3D5-4240-8FF4-E5213CBCC453}"/>
          </ac:spMkLst>
        </pc:spChg>
        <pc:spChg chg="add del">
          <ac:chgData name="Niket Shah" userId="92ecded0c44668af" providerId="LiveId" clId="{B8077597-D927-4E10-AAB6-6A1D6F00BA72}" dt="2024-12-12T05:17:29.732" v="19" actId="26606"/>
          <ac:spMkLst>
            <pc:docMk/>
            <pc:sldMk cId="2887168964" sldId="256"/>
            <ac:spMk id="13" creationId="{B2C335F7-F61C-4EB4-80F2-4B1438FE66BB}"/>
          </ac:spMkLst>
        </pc:spChg>
        <pc:spChg chg="add del">
          <ac:chgData name="Niket Shah" userId="92ecded0c44668af" providerId="LiveId" clId="{B8077597-D927-4E10-AAB6-6A1D6F00BA72}" dt="2024-12-12T05:14:16.931" v="10" actId="26606"/>
          <ac:spMkLst>
            <pc:docMk/>
            <pc:sldMk cId="2887168964" sldId="256"/>
            <ac:spMk id="14" creationId="{08B44AFE-C181-7047-8CC9-CA00BD385EEA}"/>
          </ac:spMkLst>
        </pc:spChg>
        <pc:spChg chg="add del">
          <ac:chgData name="Niket Shah" userId="92ecded0c44668af" providerId="LiveId" clId="{B8077597-D927-4E10-AAB6-6A1D6F00BA72}" dt="2024-12-12T05:17:29.732" v="19" actId="26606"/>
          <ac:spMkLst>
            <pc:docMk/>
            <pc:sldMk cId="2887168964" sldId="256"/>
            <ac:spMk id="15" creationId="{F1189494-2B67-46D2-93D6-A122A09BF6B2}"/>
          </ac:spMkLst>
        </pc:spChg>
        <pc:spChg chg="add del">
          <ac:chgData name="Niket Shah" userId="92ecded0c44668af" providerId="LiveId" clId="{B8077597-D927-4E10-AAB6-6A1D6F00BA72}" dt="2024-12-12T05:29:33.570" v="23" actId="26606"/>
          <ac:spMkLst>
            <pc:docMk/>
            <pc:sldMk cId="2887168964" sldId="256"/>
            <ac:spMk id="16" creationId="{F2B4CD28-604D-4D9D-89A8-12FAC7245F91}"/>
          </ac:spMkLst>
        </pc:spChg>
        <pc:spChg chg="add del">
          <ac:chgData name="Niket Shah" userId="92ecded0c44668af" providerId="LiveId" clId="{B8077597-D927-4E10-AAB6-6A1D6F00BA72}" dt="2024-12-12T05:29:33.570" v="23" actId="26606"/>
          <ac:spMkLst>
            <pc:docMk/>
            <pc:sldMk cId="2887168964" sldId="256"/>
            <ac:spMk id="17" creationId="{C9AD5DBC-DEC2-48AB-A2B9-164512BEABD2}"/>
          </ac:spMkLst>
        </pc:spChg>
        <pc:spChg chg="add del">
          <ac:chgData name="Niket Shah" userId="92ecded0c44668af" providerId="LiveId" clId="{B8077597-D927-4E10-AAB6-6A1D6F00BA72}" dt="2024-12-12T05:29:33.570" v="23" actId="26606"/>
          <ac:spMkLst>
            <pc:docMk/>
            <pc:sldMk cId="2887168964" sldId="256"/>
            <ac:spMk id="18" creationId="{9FBE8679-CB21-4876-82EA-4D4D5D4BCD7F}"/>
          </ac:spMkLst>
        </pc:spChg>
        <pc:spChg chg="add del">
          <ac:chgData name="Niket Shah" userId="92ecded0c44668af" providerId="LiveId" clId="{B8077597-D927-4E10-AAB6-6A1D6F00BA72}" dt="2024-12-12T06:50:44.171" v="111" actId="26606"/>
          <ac:spMkLst>
            <pc:docMk/>
            <pc:sldMk cId="2887168964" sldId="256"/>
            <ac:spMk id="19" creationId="{33E93247-6229-44AB-A550-739E971E690B}"/>
          </ac:spMkLst>
        </pc:spChg>
        <pc:spChg chg="add del">
          <ac:chgData name="Niket Shah" userId="92ecded0c44668af" providerId="LiveId" clId="{B8077597-D927-4E10-AAB6-6A1D6F00BA72}" dt="2024-12-12T06:50:44.171" v="111" actId="26606"/>
          <ac:spMkLst>
            <pc:docMk/>
            <pc:sldMk cId="2887168964" sldId="256"/>
            <ac:spMk id="21" creationId="{5144B498-CCDC-D4DC-B7BB-68A8A7A83CEA}"/>
          </ac:spMkLst>
        </pc:spChg>
        <pc:spChg chg="add del">
          <ac:chgData name="Niket Shah" userId="92ecded0c44668af" providerId="LiveId" clId="{B8077597-D927-4E10-AAB6-6A1D6F00BA72}" dt="2024-12-12T06:50:44.171" v="111" actId="26606"/>
          <ac:spMkLst>
            <pc:docMk/>
            <pc:sldMk cId="2887168964" sldId="256"/>
            <ac:spMk id="22" creationId="{2165A4AE-FFE9-B2D5-017C-17337DDB3F3B}"/>
          </ac:spMkLst>
        </pc:spChg>
        <pc:spChg chg="add del">
          <ac:chgData name="Niket Shah" userId="92ecded0c44668af" providerId="LiveId" clId="{B8077597-D927-4E10-AAB6-6A1D6F00BA72}" dt="2024-12-12T06:50:44.171" v="111" actId="26606"/>
          <ac:spMkLst>
            <pc:docMk/>
            <pc:sldMk cId="2887168964" sldId="256"/>
            <ac:spMk id="23" creationId="{90E701D1-A34F-CF86-7316-8761C7835E03}"/>
          </ac:spMkLst>
        </pc:spChg>
        <pc:spChg chg="add del">
          <ac:chgData name="Niket Shah" userId="92ecded0c44668af" providerId="LiveId" clId="{B8077597-D927-4E10-AAB6-6A1D6F00BA72}" dt="2024-12-12T06:50:38.202" v="106" actId="26606"/>
          <ac:spMkLst>
            <pc:docMk/>
            <pc:sldMk cId="2887168964" sldId="256"/>
            <ac:spMk id="28" creationId="{E91DC736-0EF8-4F87-9146-EBF1D2EE4D3D}"/>
          </ac:spMkLst>
        </pc:spChg>
        <pc:spChg chg="add del">
          <ac:chgData name="Niket Shah" userId="92ecded0c44668af" providerId="LiveId" clId="{B8077597-D927-4E10-AAB6-6A1D6F00BA72}" dt="2024-12-12T06:50:38.202" v="106" actId="26606"/>
          <ac:spMkLst>
            <pc:docMk/>
            <pc:sldMk cId="2887168964" sldId="256"/>
            <ac:spMk id="30" creationId="{097CD68E-23E3-4007-8847-CD0944C4F7BE}"/>
          </ac:spMkLst>
        </pc:spChg>
        <pc:spChg chg="add del">
          <ac:chgData name="Niket Shah" userId="92ecded0c44668af" providerId="LiveId" clId="{B8077597-D927-4E10-AAB6-6A1D6F00BA72}" dt="2024-12-12T06:50:38.202" v="106" actId="26606"/>
          <ac:spMkLst>
            <pc:docMk/>
            <pc:sldMk cId="2887168964" sldId="256"/>
            <ac:spMk id="32" creationId="{AF2F604E-43BE-4DC3-B983-E071523364F8}"/>
          </ac:spMkLst>
        </pc:spChg>
        <pc:spChg chg="add del">
          <ac:chgData name="Niket Shah" userId="92ecded0c44668af" providerId="LiveId" clId="{B8077597-D927-4E10-AAB6-6A1D6F00BA72}" dt="2024-12-12T06:50:38.202" v="106" actId="26606"/>
          <ac:spMkLst>
            <pc:docMk/>
            <pc:sldMk cId="2887168964" sldId="256"/>
            <ac:spMk id="34" creationId="{08C9B587-E65E-4B52-B37C-ABEBB6E87928}"/>
          </ac:spMkLst>
        </pc:spChg>
        <pc:spChg chg="add del">
          <ac:chgData name="Niket Shah" userId="92ecded0c44668af" providerId="LiveId" clId="{B8077597-D927-4E10-AAB6-6A1D6F00BA72}" dt="2024-12-12T06:50:44.155" v="110" actId="26606"/>
          <ac:spMkLst>
            <pc:docMk/>
            <pc:sldMk cId="2887168964" sldId="256"/>
            <ac:spMk id="36" creationId="{0671A8AE-40A1-4631-A6B8-581AFF065482}"/>
          </ac:spMkLst>
        </pc:spChg>
        <pc:spChg chg="add del">
          <ac:chgData name="Niket Shah" userId="92ecded0c44668af" providerId="LiveId" clId="{B8077597-D927-4E10-AAB6-6A1D6F00BA72}" dt="2024-12-12T06:50:44.155" v="110" actId="26606"/>
          <ac:spMkLst>
            <pc:docMk/>
            <pc:sldMk cId="2887168964" sldId="256"/>
            <ac:spMk id="37" creationId="{A44CD100-6267-4E62-AA64-2182A3A6A1C0}"/>
          </ac:spMkLst>
        </pc:spChg>
        <pc:spChg chg="add del">
          <ac:chgData name="Niket Shah" userId="92ecded0c44668af" providerId="LiveId" clId="{B8077597-D927-4E10-AAB6-6A1D6F00BA72}" dt="2024-12-12T06:50:44.155" v="110" actId="26606"/>
          <ac:spMkLst>
            <pc:docMk/>
            <pc:sldMk cId="2887168964" sldId="256"/>
            <ac:spMk id="38" creationId="{AF2F604E-43BE-4DC3-B983-E071523364F8}"/>
          </ac:spMkLst>
        </pc:spChg>
        <pc:spChg chg="add del">
          <ac:chgData name="Niket Shah" userId="92ecded0c44668af" providerId="LiveId" clId="{B8077597-D927-4E10-AAB6-6A1D6F00BA72}" dt="2024-12-12T06:50:44.155" v="110" actId="26606"/>
          <ac:spMkLst>
            <pc:docMk/>
            <pc:sldMk cId="2887168964" sldId="256"/>
            <ac:spMk id="39" creationId="{08C9B587-E65E-4B52-B37C-ABEBB6E87928}"/>
          </ac:spMkLst>
        </pc:spChg>
        <pc:spChg chg="add del">
          <ac:chgData name="Niket Shah" userId="92ecded0c44668af" providerId="LiveId" clId="{B8077597-D927-4E10-AAB6-6A1D6F00BA72}" dt="2024-12-12T17:29:47.590" v="1484"/>
          <ac:spMkLst>
            <pc:docMk/>
            <pc:sldMk cId="2887168964" sldId="256"/>
            <ac:spMk id="41" creationId="{33E93247-6229-44AB-A550-739E971E690B}"/>
          </ac:spMkLst>
        </pc:spChg>
        <pc:spChg chg="add del">
          <ac:chgData name="Niket Shah" userId="92ecded0c44668af" providerId="LiveId" clId="{B8077597-D927-4E10-AAB6-6A1D6F00BA72}" dt="2024-12-12T17:29:47.590" v="1484"/>
          <ac:spMkLst>
            <pc:docMk/>
            <pc:sldMk cId="2887168964" sldId="256"/>
            <ac:spMk id="43" creationId="{5144B498-CCDC-D4DC-B7BB-68A8A7A83CEA}"/>
          </ac:spMkLst>
        </pc:spChg>
        <pc:spChg chg="add del">
          <ac:chgData name="Niket Shah" userId="92ecded0c44668af" providerId="LiveId" clId="{B8077597-D927-4E10-AAB6-6A1D6F00BA72}" dt="2024-12-12T17:29:47.590" v="1484"/>
          <ac:spMkLst>
            <pc:docMk/>
            <pc:sldMk cId="2887168964" sldId="256"/>
            <ac:spMk id="44" creationId="{2165A4AE-FFE9-B2D5-017C-17337DDB3F3B}"/>
          </ac:spMkLst>
        </pc:spChg>
        <pc:spChg chg="add del">
          <ac:chgData name="Niket Shah" userId="92ecded0c44668af" providerId="LiveId" clId="{B8077597-D927-4E10-AAB6-6A1D6F00BA72}" dt="2024-12-12T17:29:47.590" v="1484"/>
          <ac:spMkLst>
            <pc:docMk/>
            <pc:sldMk cId="2887168964" sldId="256"/>
            <ac:spMk id="45" creationId="{90E701D1-A34F-CF86-7316-8761C7835E03}"/>
          </ac:spMkLst>
        </pc:spChg>
        <pc:picChg chg="add mod ord">
          <ac:chgData name="Niket Shah" userId="92ecded0c44668af" providerId="LiveId" clId="{B8077597-D927-4E10-AAB6-6A1D6F00BA72}" dt="2024-12-12T06:50:38.202" v="106" actId="26606"/>
          <ac:picMkLst>
            <pc:docMk/>
            <pc:sldMk cId="2887168964" sldId="256"/>
            <ac:picMk id="5" creationId="{F8A46371-2D61-E516-4CA0-2DB78FDE7CC9}"/>
          </ac:picMkLst>
        </pc:picChg>
        <pc:cxnChg chg="add del">
          <ac:chgData name="Niket Shah" userId="92ecded0c44668af" providerId="LiveId" clId="{B8077597-D927-4E10-AAB6-6A1D6F00BA72}" dt="2024-12-12T06:50:44.171" v="111" actId="26606"/>
          <ac:cxnSpMkLst>
            <pc:docMk/>
            <pc:sldMk cId="2887168964" sldId="256"/>
            <ac:cxnSpMk id="20" creationId="{EE2E603F-4A95-4FE8-BB06-211DFD75DBEF}"/>
          </ac:cxnSpMkLst>
        </pc:cxnChg>
        <pc:cxnChg chg="add del">
          <ac:chgData name="Niket Shah" userId="92ecded0c44668af" providerId="LiveId" clId="{B8077597-D927-4E10-AAB6-6A1D6F00BA72}" dt="2024-12-12T17:29:47.590" v="1484"/>
          <ac:cxnSpMkLst>
            <pc:docMk/>
            <pc:sldMk cId="2887168964" sldId="256"/>
            <ac:cxnSpMk id="42" creationId="{EE2E603F-4A95-4FE8-BB06-211DFD75DBEF}"/>
          </ac:cxnSpMkLst>
        </pc:cxnChg>
      </pc:sldChg>
      <pc:sldChg chg="addSp delSp modSp new mod setBg delDesignElem">
        <pc:chgData name="Niket Shah" userId="92ecded0c44668af" providerId="LiveId" clId="{B8077597-D927-4E10-AAB6-6A1D6F00BA72}" dt="2024-12-12T19:27:58.860" v="2541" actId="2711"/>
        <pc:sldMkLst>
          <pc:docMk/>
          <pc:sldMk cId="273356835" sldId="257"/>
        </pc:sldMkLst>
        <pc:spChg chg="add del mod">
          <ac:chgData name="Niket Shah" userId="92ecded0c44668af" providerId="LiveId" clId="{B8077597-D927-4E10-AAB6-6A1D6F00BA72}" dt="2024-12-12T06:21:33.781" v="84" actId="26606"/>
          <ac:spMkLst>
            <pc:docMk/>
            <pc:sldMk cId="273356835" sldId="257"/>
            <ac:spMk id="2" creationId="{EC0082CD-3C9F-C296-8BDF-209B0D312BEE}"/>
          </ac:spMkLst>
        </pc:spChg>
        <pc:spChg chg="del">
          <ac:chgData name="Niket Shah" userId="92ecded0c44668af" providerId="LiveId" clId="{B8077597-D927-4E10-AAB6-6A1D6F00BA72}" dt="2024-12-12T05:48:24.397" v="62"/>
          <ac:spMkLst>
            <pc:docMk/>
            <pc:sldMk cId="273356835" sldId="257"/>
            <ac:spMk id="3" creationId="{376EFA85-53D0-2661-238B-8D22065B36B2}"/>
          </ac:spMkLst>
        </pc:spChg>
        <pc:spChg chg="add del">
          <ac:chgData name="Niket Shah" userId="92ecded0c44668af" providerId="LiveId" clId="{B8077597-D927-4E10-AAB6-6A1D6F00BA72}" dt="2024-12-12T06:21:08.698" v="77" actId="26606"/>
          <ac:spMkLst>
            <pc:docMk/>
            <pc:sldMk cId="273356835" sldId="257"/>
            <ac:spMk id="10" creationId="{EC95F775-075D-EE77-1B1A-C5D3C39F1006}"/>
          </ac:spMkLst>
        </pc:spChg>
        <pc:spChg chg="add del">
          <ac:chgData name="Niket Shah" userId="92ecded0c44668af" providerId="LiveId" clId="{B8077597-D927-4E10-AAB6-6A1D6F00BA72}" dt="2024-12-12T06:21:18.985" v="81" actId="26606"/>
          <ac:spMkLst>
            <pc:docMk/>
            <pc:sldMk cId="273356835" sldId="257"/>
            <ac:spMk id="11" creationId="{693B08FD-5ECC-4728-AA84-CD6AC875BF8E}"/>
          </ac:spMkLst>
        </pc:spChg>
        <pc:spChg chg="add del">
          <ac:chgData name="Niket Shah" userId="92ecded0c44668af" providerId="LiveId" clId="{B8077597-D927-4E10-AAB6-6A1D6F00BA72}" dt="2024-12-12T06:21:08.698" v="77" actId="26606"/>
          <ac:spMkLst>
            <pc:docMk/>
            <pc:sldMk cId="273356835" sldId="257"/>
            <ac:spMk id="13" creationId="{21A75659-5A6F-4F77-9679-678A00B9D8DC}"/>
          </ac:spMkLst>
        </pc:spChg>
        <pc:spChg chg="add del">
          <ac:chgData name="Niket Shah" userId="92ecded0c44668af" providerId="LiveId" clId="{B8077597-D927-4E10-AAB6-6A1D6F00BA72}" dt="2024-12-12T06:21:08.698" v="77" actId="26606"/>
          <ac:spMkLst>
            <pc:docMk/>
            <pc:sldMk cId="273356835" sldId="257"/>
            <ac:spMk id="15" creationId="{EFAEC92A-2230-45B0-A12F-07F9F9EA45AD}"/>
          </ac:spMkLst>
        </pc:spChg>
        <pc:spChg chg="add del">
          <ac:chgData name="Niket Shah" userId="92ecded0c44668af" providerId="LiveId" clId="{B8077597-D927-4E10-AAB6-6A1D6F00BA72}" dt="2024-12-12T06:21:08.698" v="77" actId="26606"/>
          <ac:spMkLst>
            <pc:docMk/>
            <pc:sldMk cId="273356835" sldId="257"/>
            <ac:spMk id="17" creationId="{55D4142C-5077-457F-A6AD-3FECFDB39685}"/>
          </ac:spMkLst>
        </pc:spChg>
        <pc:spChg chg="add del">
          <ac:chgData name="Niket Shah" userId="92ecded0c44668af" providerId="LiveId" clId="{B8077597-D927-4E10-AAB6-6A1D6F00BA72}" dt="2024-12-12T06:21:08.698" v="77" actId="26606"/>
          <ac:spMkLst>
            <pc:docMk/>
            <pc:sldMk cId="273356835" sldId="257"/>
            <ac:spMk id="19" creationId="{7A5F0580-5EE9-419F-96EE-B6529EF6E7D0}"/>
          </ac:spMkLst>
        </pc:spChg>
        <pc:spChg chg="add del">
          <ac:chgData name="Niket Shah" userId="92ecded0c44668af" providerId="LiveId" clId="{B8077597-D927-4E10-AAB6-6A1D6F00BA72}" dt="2024-12-12T06:21:17.234" v="79" actId="26606"/>
          <ac:spMkLst>
            <pc:docMk/>
            <pc:sldMk cId="273356835" sldId="257"/>
            <ac:spMk id="21" creationId="{7A5F0580-5EE9-419F-96EE-B6529EF6E7D0}"/>
          </ac:spMkLst>
        </pc:spChg>
        <pc:spChg chg="add del">
          <ac:chgData name="Niket Shah" userId="92ecded0c44668af" providerId="LiveId" clId="{B8077597-D927-4E10-AAB6-6A1D6F00BA72}" dt="2024-12-12T06:21:17.234" v="79" actId="26606"/>
          <ac:spMkLst>
            <pc:docMk/>
            <pc:sldMk cId="273356835" sldId="257"/>
            <ac:spMk id="22" creationId="{50E4C519-FBE9-4ABE-A8F9-C2CBE326932F}"/>
          </ac:spMkLst>
        </pc:spChg>
        <pc:spChg chg="add del">
          <ac:chgData name="Niket Shah" userId="92ecded0c44668af" providerId="LiveId" clId="{B8077597-D927-4E10-AAB6-6A1D6F00BA72}" dt="2024-12-12T06:21:17.234" v="79" actId="26606"/>
          <ac:spMkLst>
            <pc:docMk/>
            <pc:sldMk cId="273356835" sldId="257"/>
            <ac:spMk id="23" creationId="{80EC29FB-299E-49F3-8C7B-01199632A30F}"/>
          </ac:spMkLst>
        </pc:spChg>
        <pc:spChg chg="add del">
          <ac:chgData name="Niket Shah" userId="92ecded0c44668af" providerId="LiveId" clId="{B8077597-D927-4E10-AAB6-6A1D6F00BA72}" dt="2024-12-12T06:21:17.234" v="79" actId="26606"/>
          <ac:spMkLst>
            <pc:docMk/>
            <pc:sldMk cId="273356835" sldId="257"/>
            <ac:spMk id="24" creationId="{C29A2522-B27A-45C5-897B-79A1407D159A}"/>
          </ac:spMkLst>
        </pc:spChg>
        <pc:spChg chg="add del">
          <ac:chgData name="Niket Shah" userId="92ecded0c44668af" providerId="LiveId" clId="{B8077597-D927-4E10-AAB6-6A1D6F00BA72}" dt="2024-12-12T06:21:17.234" v="79" actId="26606"/>
          <ac:spMkLst>
            <pc:docMk/>
            <pc:sldMk cId="273356835" sldId="257"/>
            <ac:spMk id="25" creationId="{98E79BE4-34FE-485A-98A5-92CE8F7C4743}"/>
          </ac:spMkLst>
        </pc:spChg>
        <pc:spChg chg="add del">
          <ac:chgData name="Niket Shah" userId="92ecded0c44668af" providerId="LiveId" clId="{B8077597-D927-4E10-AAB6-6A1D6F00BA72}" dt="2024-12-12T06:21:17.234" v="79" actId="26606"/>
          <ac:spMkLst>
            <pc:docMk/>
            <pc:sldMk cId="273356835" sldId="257"/>
            <ac:spMk id="26" creationId="{AECF6E69-23FF-1511-4CEE-FC3ADB4D5F27}"/>
          </ac:spMkLst>
        </pc:spChg>
        <pc:spChg chg="add del">
          <ac:chgData name="Niket Shah" userId="92ecded0c44668af" providerId="LiveId" clId="{B8077597-D927-4E10-AAB6-6A1D6F00BA72}" dt="2024-12-12T06:21:18.985" v="81" actId="26606"/>
          <ac:spMkLst>
            <pc:docMk/>
            <pc:sldMk cId="273356835" sldId="257"/>
            <ac:spMk id="28" creationId="{2549107E-EC98-4933-8F8F-A1713C393B7E}"/>
          </ac:spMkLst>
        </pc:spChg>
        <pc:spChg chg="add del">
          <ac:chgData name="Niket Shah" userId="92ecded0c44668af" providerId="LiveId" clId="{B8077597-D927-4E10-AAB6-6A1D6F00BA72}" dt="2024-12-12T06:21:33.750" v="83" actId="26606"/>
          <ac:spMkLst>
            <pc:docMk/>
            <pc:sldMk cId="273356835" sldId="257"/>
            <ac:spMk id="30" creationId="{726908CC-6AC4-4222-8250-B90B6072E8AC}"/>
          </ac:spMkLst>
        </pc:spChg>
        <pc:spChg chg="add del">
          <ac:chgData name="Niket Shah" userId="92ecded0c44668af" providerId="LiveId" clId="{B8077597-D927-4E10-AAB6-6A1D6F00BA72}" dt="2024-12-12T06:21:33.750" v="83" actId="26606"/>
          <ac:spMkLst>
            <pc:docMk/>
            <pc:sldMk cId="273356835" sldId="257"/>
            <ac:spMk id="31" creationId="{F2F606D8-696E-4B76-BB10-43672AA1475A}"/>
          </ac:spMkLst>
        </pc:spChg>
        <pc:spChg chg="add del">
          <ac:chgData name="Niket Shah" userId="92ecded0c44668af" providerId="LiveId" clId="{B8077597-D927-4E10-AAB6-6A1D6F00BA72}" dt="2024-12-12T06:21:33.750" v="83" actId="26606"/>
          <ac:spMkLst>
            <pc:docMk/>
            <pc:sldMk cId="273356835" sldId="257"/>
            <ac:spMk id="32" creationId="{3ABF1881-5AFD-48F9-979A-19EE2FE30A33}"/>
          </ac:spMkLst>
        </pc:spChg>
        <pc:spChg chg="add del">
          <ac:chgData name="Niket Shah" userId="92ecded0c44668af" providerId="LiveId" clId="{B8077597-D927-4E10-AAB6-6A1D6F00BA72}" dt="2024-12-12T06:49:17.684" v="102" actId="26606"/>
          <ac:spMkLst>
            <pc:docMk/>
            <pc:sldMk cId="273356835" sldId="257"/>
            <ac:spMk id="34" creationId="{D0D0518B-D51A-4AC9-8054-5C1EF2EB9AC1}"/>
          </ac:spMkLst>
        </pc:spChg>
        <pc:spChg chg="add del">
          <ac:chgData name="Niket Shah" userId="92ecded0c44668af" providerId="LiveId" clId="{B8077597-D927-4E10-AAB6-6A1D6F00BA72}" dt="2024-12-12T06:49:17.684" v="102" actId="26606"/>
          <ac:spMkLst>
            <pc:docMk/>
            <pc:sldMk cId="273356835" sldId="257"/>
            <ac:spMk id="35" creationId="{494CEDA0-FD8E-491B-8792-69F93BDA3937}"/>
          </ac:spMkLst>
        </pc:spChg>
        <pc:spChg chg="add mod">
          <ac:chgData name="Niket Shah" userId="92ecded0c44668af" providerId="LiveId" clId="{B8077597-D927-4E10-AAB6-6A1D6F00BA72}" dt="2024-12-12T07:45:10.391" v="158" actId="1076"/>
          <ac:spMkLst>
            <pc:docMk/>
            <pc:sldMk cId="273356835" sldId="257"/>
            <ac:spMk id="36" creationId="{EC0082CD-3C9F-C296-8BDF-209B0D312BEE}"/>
          </ac:spMkLst>
        </pc:spChg>
        <pc:spChg chg="add del">
          <ac:chgData name="Niket Shah" userId="92ecded0c44668af" providerId="LiveId" clId="{B8077597-D927-4E10-AAB6-6A1D6F00BA72}" dt="2024-12-12T06:49:17.684" v="102" actId="26606"/>
          <ac:spMkLst>
            <pc:docMk/>
            <pc:sldMk cId="273356835" sldId="257"/>
            <ac:spMk id="37" creationId="{0FD3EBBB-DFE8-4525-B1BF-BE7BBC8DFA7C}"/>
          </ac:spMkLst>
        </pc:spChg>
        <pc:spChg chg="add del">
          <ac:chgData name="Niket Shah" userId="92ecded0c44668af" providerId="LiveId" clId="{B8077597-D927-4E10-AAB6-6A1D6F00BA72}" dt="2024-12-12T06:49:17.684" v="102" actId="26606"/>
          <ac:spMkLst>
            <pc:docMk/>
            <pc:sldMk cId="273356835" sldId="257"/>
            <ac:spMk id="38" creationId="{A9362A14-6FB8-4FFC-AAA0-2E5AFF8A8D36}"/>
          </ac:spMkLst>
        </pc:spChg>
        <pc:spChg chg="add mod">
          <ac:chgData name="Niket Shah" userId="92ecded0c44668af" providerId="LiveId" clId="{B8077597-D927-4E10-AAB6-6A1D6F00BA72}" dt="2024-12-12T19:27:58.860" v="2541" actId="2711"/>
          <ac:spMkLst>
            <pc:docMk/>
            <pc:sldMk cId="273356835" sldId="257"/>
            <ac:spMk id="39" creationId="{986FB13B-D185-09B0-6D3C-218A23AFAFB9}"/>
          </ac:spMkLst>
        </pc:spChg>
        <pc:spChg chg="add del">
          <ac:chgData name="Niket Shah" userId="92ecded0c44668af" providerId="LiveId" clId="{B8077597-D927-4E10-AAB6-6A1D6F00BA72}" dt="2024-12-12T06:49:17.621" v="101" actId="26606"/>
          <ac:spMkLst>
            <pc:docMk/>
            <pc:sldMk cId="273356835" sldId="257"/>
            <ac:spMk id="44" creationId="{0288C6B4-AFC3-407F-A595-EFFD38D4CCAF}"/>
          </ac:spMkLst>
        </pc:spChg>
        <pc:spChg chg="add del">
          <ac:chgData name="Niket Shah" userId="92ecded0c44668af" providerId="LiveId" clId="{B8077597-D927-4E10-AAB6-6A1D6F00BA72}" dt="2024-12-12T06:49:17.621" v="101" actId="26606"/>
          <ac:spMkLst>
            <pc:docMk/>
            <pc:sldMk cId="273356835" sldId="257"/>
            <ac:spMk id="46" creationId="{CF236821-17FE-429B-8D2C-08E13A64EA40}"/>
          </ac:spMkLst>
        </pc:spChg>
        <pc:spChg chg="add del">
          <ac:chgData name="Niket Shah" userId="92ecded0c44668af" providerId="LiveId" clId="{B8077597-D927-4E10-AAB6-6A1D6F00BA72}" dt="2024-12-12T06:49:17.621" v="101" actId="26606"/>
          <ac:spMkLst>
            <pc:docMk/>
            <pc:sldMk cId="273356835" sldId="257"/>
            <ac:spMk id="48" creationId="{C0BDBCD2-E081-43AB-9119-C55465E59757}"/>
          </ac:spMkLst>
        </pc:spChg>
        <pc:spChg chg="add del">
          <ac:chgData name="Niket Shah" userId="92ecded0c44668af" providerId="LiveId" clId="{B8077597-D927-4E10-AAB6-6A1D6F00BA72}" dt="2024-12-12T06:49:17.621" v="101" actId="26606"/>
          <ac:spMkLst>
            <pc:docMk/>
            <pc:sldMk cId="273356835" sldId="257"/>
            <ac:spMk id="50" creationId="{98E79BE4-34FE-485A-98A5-92CE8F7C4743}"/>
          </ac:spMkLst>
        </pc:spChg>
        <pc:spChg chg="add del">
          <ac:chgData name="Niket Shah" userId="92ecded0c44668af" providerId="LiveId" clId="{B8077597-D927-4E10-AAB6-6A1D6F00BA72}" dt="2024-12-12T06:49:17.621" v="101" actId="26606"/>
          <ac:spMkLst>
            <pc:docMk/>
            <pc:sldMk cId="273356835" sldId="257"/>
            <ac:spMk id="52" creationId="{7A5F0580-5EE9-419F-96EE-B6529EF6E7D0}"/>
          </ac:spMkLst>
        </pc:spChg>
        <pc:spChg chg="add del">
          <ac:chgData name="Niket Shah" userId="92ecded0c44668af" providerId="LiveId" clId="{B8077597-D927-4E10-AAB6-6A1D6F00BA72}" dt="2024-12-12T17:29:47.590" v="1484"/>
          <ac:spMkLst>
            <pc:docMk/>
            <pc:sldMk cId="273356835" sldId="257"/>
            <ac:spMk id="54" creationId="{D0D0518B-D51A-4AC9-8054-5C1EF2EB9AC1}"/>
          </ac:spMkLst>
        </pc:spChg>
        <pc:spChg chg="add del">
          <ac:chgData name="Niket Shah" userId="92ecded0c44668af" providerId="LiveId" clId="{B8077597-D927-4E10-AAB6-6A1D6F00BA72}" dt="2024-12-12T17:29:47.590" v="1484"/>
          <ac:spMkLst>
            <pc:docMk/>
            <pc:sldMk cId="273356835" sldId="257"/>
            <ac:spMk id="55" creationId="{494CEDA0-FD8E-491B-8792-69F93BDA3937}"/>
          </ac:spMkLst>
        </pc:spChg>
        <pc:spChg chg="add del">
          <ac:chgData name="Niket Shah" userId="92ecded0c44668af" providerId="LiveId" clId="{B8077597-D927-4E10-AAB6-6A1D6F00BA72}" dt="2024-12-12T17:29:47.590" v="1484"/>
          <ac:spMkLst>
            <pc:docMk/>
            <pc:sldMk cId="273356835" sldId="257"/>
            <ac:spMk id="56" creationId="{0FD3EBBB-DFE8-4525-B1BF-BE7BBC8DFA7C}"/>
          </ac:spMkLst>
        </pc:spChg>
        <pc:spChg chg="add del">
          <ac:chgData name="Niket Shah" userId="92ecded0c44668af" providerId="LiveId" clId="{B8077597-D927-4E10-AAB6-6A1D6F00BA72}" dt="2024-12-12T17:29:47.590" v="1484"/>
          <ac:spMkLst>
            <pc:docMk/>
            <pc:sldMk cId="273356835" sldId="257"/>
            <ac:spMk id="57" creationId="{A9362A14-6FB8-4FFC-AAA0-2E5AFF8A8D36}"/>
          </ac:spMkLst>
        </pc:spChg>
        <pc:picChg chg="add del mod">
          <ac:chgData name="Niket Shah" userId="92ecded0c44668af" providerId="LiveId" clId="{B8077597-D927-4E10-AAB6-6A1D6F00BA72}" dt="2024-12-12T05:49:56.728" v="75" actId="478"/>
          <ac:picMkLst>
            <pc:docMk/>
            <pc:sldMk cId="273356835" sldId="257"/>
            <ac:picMk id="4" creationId="{5D33D9B3-9E51-13A1-5F8A-B2BA10E25CFF}"/>
          </ac:picMkLst>
        </pc:picChg>
        <pc:picChg chg="add mod ord">
          <ac:chgData name="Niket Shah" userId="92ecded0c44668af" providerId="LiveId" clId="{B8077597-D927-4E10-AAB6-6A1D6F00BA72}" dt="2024-12-12T07:39:10.781" v="113" actId="1076"/>
          <ac:picMkLst>
            <pc:docMk/>
            <pc:sldMk cId="273356835" sldId="257"/>
            <ac:picMk id="6" creationId="{359F197E-87CB-0CC7-08A7-1B27A46E8D6F}"/>
          </ac:picMkLst>
        </pc:picChg>
        <pc:picChg chg="add del mod">
          <ac:chgData name="Niket Shah" userId="92ecded0c44668af" providerId="LiveId" clId="{B8077597-D927-4E10-AAB6-6A1D6F00BA72}" dt="2024-12-12T06:49:52.696" v="104" actId="478"/>
          <ac:picMkLst>
            <pc:docMk/>
            <pc:sldMk cId="273356835" sldId="257"/>
            <ac:picMk id="7" creationId="{75E761DC-3508-F0A4-0A0D-43F443166272}"/>
          </ac:picMkLst>
        </pc:picChg>
      </pc:sldChg>
      <pc:sldChg chg="addSp delSp modSp new mod setBg delDesignElem">
        <pc:chgData name="Niket Shah" userId="92ecded0c44668af" providerId="LiveId" clId="{B8077597-D927-4E10-AAB6-6A1D6F00BA72}" dt="2024-12-12T19:27:42.341" v="2536" actId="2711"/>
        <pc:sldMkLst>
          <pc:docMk/>
          <pc:sldMk cId="2377759935" sldId="258"/>
        </pc:sldMkLst>
        <pc:spChg chg="mod">
          <ac:chgData name="Niket Shah" userId="92ecded0c44668af" providerId="LiveId" clId="{B8077597-D927-4E10-AAB6-6A1D6F00BA72}" dt="2024-12-12T19:27:42.341" v="2536" actId="2711"/>
          <ac:spMkLst>
            <pc:docMk/>
            <pc:sldMk cId="2377759935" sldId="258"/>
            <ac:spMk id="2" creationId="{FF75023B-F893-F67E-C6F6-9DEABDE218E0}"/>
          </ac:spMkLst>
        </pc:spChg>
        <pc:spChg chg="mod ord">
          <ac:chgData name="Niket Shah" userId="92ecded0c44668af" providerId="LiveId" clId="{B8077597-D927-4E10-AAB6-6A1D6F00BA72}" dt="2024-12-12T17:29:47.590" v="1484"/>
          <ac:spMkLst>
            <pc:docMk/>
            <pc:sldMk cId="2377759935" sldId="258"/>
            <ac:spMk id="3" creationId="{7CC2A074-C9C0-7B90-AC5D-8CF53F60866E}"/>
          </ac:spMkLst>
        </pc:spChg>
        <pc:spChg chg="add del">
          <ac:chgData name="Niket Shah" userId="92ecded0c44668af" providerId="LiveId" clId="{B8077597-D927-4E10-AAB6-6A1D6F00BA72}" dt="2024-12-12T08:11:42.579" v="166" actId="26606"/>
          <ac:spMkLst>
            <pc:docMk/>
            <pc:sldMk cId="2377759935" sldId="258"/>
            <ac:spMk id="10" creationId="{8108D317-7CBD-4897-BD1F-959436D2A3BE}"/>
          </ac:spMkLst>
        </pc:spChg>
        <pc:spChg chg="add del">
          <ac:chgData name="Niket Shah" userId="92ecded0c44668af" providerId="LiveId" clId="{B8077597-D927-4E10-AAB6-6A1D6F00BA72}" dt="2024-12-12T08:11:42.579" v="166" actId="26606"/>
          <ac:spMkLst>
            <pc:docMk/>
            <pc:sldMk cId="2377759935" sldId="258"/>
            <ac:spMk id="12" creationId="{D6297641-8B9F-4767-9606-8A11313227BF}"/>
          </ac:spMkLst>
        </pc:spChg>
        <pc:spChg chg="add del">
          <ac:chgData name="Niket Shah" userId="92ecded0c44668af" providerId="LiveId" clId="{B8077597-D927-4E10-AAB6-6A1D6F00BA72}" dt="2024-12-12T08:11:42.579" v="166" actId="26606"/>
          <ac:spMkLst>
            <pc:docMk/>
            <pc:sldMk cId="2377759935" sldId="258"/>
            <ac:spMk id="14" creationId="{D8F3CA65-EA00-46B4-9616-39E6853F7BED}"/>
          </ac:spMkLst>
        </pc:spChg>
        <pc:spChg chg="add del">
          <ac:chgData name="Niket Shah" userId="92ecded0c44668af" providerId="LiveId" clId="{B8077597-D927-4E10-AAB6-6A1D6F00BA72}" dt="2024-12-12T08:11:55.671" v="168" actId="26606"/>
          <ac:spMkLst>
            <pc:docMk/>
            <pc:sldMk cId="2377759935" sldId="258"/>
            <ac:spMk id="16" creationId="{98E79BE4-34FE-485A-98A5-92CE8F7C4743}"/>
          </ac:spMkLst>
        </pc:spChg>
        <pc:spChg chg="add del">
          <ac:chgData name="Niket Shah" userId="92ecded0c44668af" providerId="LiveId" clId="{B8077597-D927-4E10-AAB6-6A1D6F00BA72}" dt="2024-12-12T08:11:55.671" v="168" actId="26606"/>
          <ac:spMkLst>
            <pc:docMk/>
            <pc:sldMk cId="2377759935" sldId="258"/>
            <ac:spMk id="17" creationId="{50E4C519-FBE9-4ABE-A8F9-C2CBE326932F}"/>
          </ac:spMkLst>
        </pc:spChg>
        <pc:spChg chg="add del">
          <ac:chgData name="Niket Shah" userId="92ecded0c44668af" providerId="LiveId" clId="{B8077597-D927-4E10-AAB6-6A1D6F00BA72}" dt="2024-12-12T08:11:55.671" v="168" actId="26606"/>
          <ac:spMkLst>
            <pc:docMk/>
            <pc:sldMk cId="2377759935" sldId="258"/>
            <ac:spMk id="18" creationId="{7A5F0580-5EE9-419F-96EE-B6529EF6E7D0}"/>
          </ac:spMkLst>
        </pc:spChg>
        <pc:spChg chg="add del">
          <ac:chgData name="Niket Shah" userId="92ecded0c44668af" providerId="LiveId" clId="{B8077597-D927-4E10-AAB6-6A1D6F00BA72}" dt="2024-12-12T08:11:55.671" v="168" actId="26606"/>
          <ac:spMkLst>
            <pc:docMk/>
            <pc:sldMk cId="2377759935" sldId="258"/>
            <ac:spMk id="19" creationId="{80EC29FB-299E-49F3-8C7B-01199632A30F}"/>
          </ac:spMkLst>
        </pc:spChg>
        <pc:spChg chg="add del">
          <ac:chgData name="Niket Shah" userId="92ecded0c44668af" providerId="LiveId" clId="{B8077597-D927-4E10-AAB6-6A1D6F00BA72}" dt="2024-12-12T08:11:55.671" v="168" actId="26606"/>
          <ac:spMkLst>
            <pc:docMk/>
            <pc:sldMk cId="2377759935" sldId="258"/>
            <ac:spMk id="20" creationId="{C29A2522-B27A-45C5-897B-79A1407D159A}"/>
          </ac:spMkLst>
        </pc:spChg>
        <pc:spChg chg="add del">
          <ac:chgData name="Niket Shah" userId="92ecded0c44668af" providerId="LiveId" clId="{B8077597-D927-4E10-AAB6-6A1D6F00BA72}" dt="2024-12-12T17:29:47.590" v="1484"/>
          <ac:spMkLst>
            <pc:docMk/>
            <pc:sldMk cId="2377759935" sldId="258"/>
            <ac:spMk id="22" creationId="{8108D317-7CBD-4897-BD1F-959436D2A3BE}"/>
          </ac:spMkLst>
        </pc:spChg>
        <pc:spChg chg="add del">
          <ac:chgData name="Niket Shah" userId="92ecded0c44668af" providerId="LiveId" clId="{B8077597-D927-4E10-AAB6-6A1D6F00BA72}" dt="2024-12-12T17:29:47.590" v="1484"/>
          <ac:spMkLst>
            <pc:docMk/>
            <pc:sldMk cId="2377759935" sldId="258"/>
            <ac:spMk id="23" creationId="{D6297641-8B9F-4767-9606-8A11313227BF}"/>
          </ac:spMkLst>
        </pc:spChg>
        <pc:spChg chg="add del">
          <ac:chgData name="Niket Shah" userId="92ecded0c44668af" providerId="LiveId" clId="{B8077597-D927-4E10-AAB6-6A1D6F00BA72}" dt="2024-12-12T17:29:47.590" v="1484"/>
          <ac:spMkLst>
            <pc:docMk/>
            <pc:sldMk cId="2377759935" sldId="258"/>
            <ac:spMk id="24" creationId="{D8F3CA65-EA00-46B4-9616-39E6853F7BED}"/>
          </ac:spMkLst>
        </pc:spChg>
        <pc:picChg chg="add mod ord">
          <ac:chgData name="Niket Shah" userId="92ecded0c44668af" providerId="LiveId" clId="{B8077597-D927-4E10-AAB6-6A1D6F00BA72}" dt="2024-12-12T08:11:55.687" v="169" actId="26606"/>
          <ac:picMkLst>
            <pc:docMk/>
            <pc:sldMk cId="2377759935" sldId="258"/>
            <ac:picMk id="5" creationId="{6BAE7F40-9625-D941-00F2-8EBCAE76402A}"/>
          </ac:picMkLst>
        </pc:picChg>
      </pc:sldChg>
      <pc:sldChg chg="addSp delSp modSp new mod setBg delDesignElem">
        <pc:chgData name="Niket Shah" userId="92ecded0c44668af" providerId="LiveId" clId="{B8077597-D927-4E10-AAB6-6A1D6F00BA72}" dt="2024-12-12T19:27:27.154" v="2534" actId="255"/>
        <pc:sldMkLst>
          <pc:docMk/>
          <pc:sldMk cId="2734458350" sldId="259"/>
        </pc:sldMkLst>
        <pc:spChg chg="mod">
          <ac:chgData name="Niket Shah" userId="92ecded0c44668af" providerId="LiveId" clId="{B8077597-D927-4E10-AAB6-6A1D6F00BA72}" dt="2024-12-12T10:18:17.318" v="606" actId="26606"/>
          <ac:spMkLst>
            <pc:docMk/>
            <pc:sldMk cId="2734458350" sldId="259"/>
            <ac:spMk id="2" creationId="{9E3B987B-6C83-4844-7100-30E31CC608B5}"/>
          </ac:spMkLst>
        </pc:spChg>
        <pc:spChg chg="add del mod ord">
          <ac:chgData name="Niket Shah" userId="92ecded0c44668af" providerId="LiveId" clId="{B8077597-D927-4E10-AAB6-6A1D6F00BA72}" dt="2024-12-12T09:34:49.656" v="401" actId="26606"/>
          <ac:spMkLst>
            <pc:docMk/>
            <pc:sldMk cId="2734458350" sldId="259"/>
            <ac:spMk id="3" creationId="{1302A25C-3317-A002-C041-0411B476B820}"/>
          </ac:spMkLst>
        </pc:spChg>
        <pc:spChg chg="add del">
          <ac:chgData name="Niket Shah" userId="92ecded0c44668af" providerId="LiveId" clId="{B8077597-D927-4E10-AAB6-6A1D6F00BA72}" dt="2024-12-12T09:06:42.537" v="307" actId="26606"/>
          <ac:spMkLst>
            <pc:docMk/>
            <pc:sldMk cId="2734458350" sldId="259"/>
            <ac:spMk id="10" creationId="{F4F2FC05-7D27-410F-BDA9-ADF4831368C7}"/>
          </ac:spMkLst>
        </pc:spChg>
        <pc:spChg chg="add del">
          <ac:chgData name="Niket Shah" userId="92ecded0c44668af" providerId="LiveId" clId="{B8077597-D927-4E10-AAB6-6A1D6F00BA72}" dt="2024-12-12T09:06:42.537" v="307" actId="26606"/>
          <ac:spMkLst>
            <pc:docMk/>
            <pc:sldMk cId="2734458350" sldId="259"/>
            <ac:spMk id="12" creationId="{9080D120-BD54-46E1-BA37-82F5E8089E90}"/>
          </ac:spMkLst>
        </pc:spChg>
        <pc:spChg chg="add del">
          <ac:chgData name="Niket Shah" userId="92ecded0c44668af" providerId="LiveId" clId="{B8077597-D927-4E10-AAB6-6A1D6F00BA72}" dt="2024-12-12T09:06:42.537" v="307" actId="26606"/>
          <ac:spMkLst>
            <pc:docMk/>
            <pc:sldMk cId="2734458350" sldId="259"/>
            <ac:spMk id="14" creationId="{81D83946-74FA-498A-AC80-9926F041B5C5}"/>
          </ac:spMkLst>
        </pc:spChg>
        <pc:spChg chg="add del">
          <ac:chgData name="Niket Shah" userId="92ecded0c44668af" providerId="LiveId" clId="{B8077597-D927-4E10-AAB6-6A1D6F00BA72}" dt="2024-12-12T09:06:42.537" v="307" actId="26606"/>
          <ac:spMkLst>
            <pc:docMk/>
            <pc:sldMk cId="2734458350" sldId="259"/>
            <ac:spMk id="16" creationId="{5060D983-8B52-443A-8183-2A1DE05618B5}"/>
          </ac:spMkLst>
        </pc:spChg>
        <pc:spChg chg="add del">
          <ac:chgData name="Niket Shah" userId="92ecded0c44668af" providerId="LiveId" clId="{B8077597-D927-4E10-AAB6-6A1D6F00BA72}" dt="2024-12-12T10:18:17.318" v="606" actId="26606"/>
          <ac:spMkLst>
            <pc:docMk/>
            <pc:sldMk cId="2734458350" sldId="259"/>
            <ac:spMk id="18" creationId="{49B9E8A9-352D-4DCB-9485-C777000D4979}"/>
          </ac:spMkLst>
        </pc:spChg>
        <pc:spChg chg="add del">
          <ac:chgData name="Niket Shah" userId="92ecded0c44668af" providerId="LiveId" clId="{B8077597-D927-4E10-AAB6-6A1D6F00BA72}" dt="2024-12-12T10:18:17.318" v="606" actId="26606"/>
          <ac:spMkLst>
            <pc:docMk/>
            <pc:sldMk cId="2734458350" sldId="259"/>
            <ac:spMk id="19" creationId="{C2A9B0E5-C2C1-4B85-99A9-117A659D5FE0}"/>
          </ac:spMkLst>
        </pc:spChg>
        <pc:spChg chg="add del">
          <ac:chgData name="Niket Shah" userId="92ecded0c44668af" providerId="LiveId" clId="{B8077597-D927-4E10-AAB6-6A1D6F00BA72}" dt="2024-12-12T10:18:17.318" v="606" actId="26606"/>
          <ac:spMkLst>
            <pc:docMk/>
            <pc:sldMk cId="2734458350" sldId="259"/>
            <ac:spMk id="20" creationId="{3A8AEACA-9535-4BE8-A91B-8BE82BA54751}"/>
          </ac:spMkLst>
        </pc:spChg>
        <pc:spChg chg="add del">
          <ac:chgData name="Niket Shah" userId="92ecded0c44668af" providerId="LiveId" clId="{B8077597-D927-4E10-AAB6-6A1D6F00BA72}" dt="2024-12-12T09:07:07.965" v="311" actId="26606"/>
          <ac:spMkLst>
            <pc:docMk/>
            <pc:sldMk cId="2734458350" sldId="259"/>
            <ac:spMk id="25" creationId="{F4F2FC05-7D27-410F-BDA9-ADF4831368C7}"/>
          </ac:spMkLst>
        </pc:spChg>
        <pc:spChg chg="add del">
          <ac:chgData name="Niket Shah" userId="92ecded0c44668af" providerId="LiveId" clId="{B8077597-D927-4E10-AAB6-6A1D6F00BA72}" dt="2024-12-12T09:07:07.965" v="311" actId="26606"/>
          <ac:spMkLst>
            <pc:docMk/>
            <pc:sldMk cId="2734458350" sldId="259"/>
            <ac:spMk id="27" creationId="{9080D120-BD54-46E1-BA37-82F5E8089E90}"/>
          </ac:spMkLst>
        </pc:spChg>
        <pc:spChg chg="add del">
          <ac:chgData name="Niket Shah" userId="92ecded0c44668af" providerId="LiveId" clId="{B8077597-D927-4E10-AAB6-6A1D6F00BA72}" dt="2024-12-12T17:29:47.590" v="1484"/>
          <ac:spMkLst>
            <pc:docMk/>
            <pc:sldMk cId="2734458350" sldId="259"/>
            <ac:spMk id="28" creationId="{B23FE733-F95B-4DF6-AFC5-BEEB3577C494}"/>
          </ac:spMkLst>
        </pc:spChg>
        <pc:spChg chg="add del">
          <ac:chgData name="Niket Shah" userId="92ecded0c44668af" providerId="LiveId" clId="{B8077597-D927-4E10-AAB6-6A1D6F00BA72}" dt="2024-12-12T09:07:07.965" v="311" actId="26606"/>
          <ac:spMkLst>
            <pc:docMk/>
            <pc:sldMk cId="2734458350" sldId="259"/>
            <ac:spMk id="29" creationId="{81D83946-74FA-498A-AC80-9926F041B5C5}"/>
          </ac:spMkLst>
        </pc:spChg>
        <pc:spChg chg="add del">
          <ac:chgData name="Niket Shah" userId="92ecded0c44668af" providerId="LiveId" clId="{B8077597-D927-4E10-AAB6-6A1D6F00BA72}" dt="2024-12-12T17:29:47.590" v="1484"/>
          <ac:spMkLst>
            <pc:docMk/>
            <pc:sldMk cId="2734458350" sldId="259"/>
            <ac:spMk id="30" creationId="{9080D120-BD54-46E1-BA37-82F5E8089E90}"/>
          </ac:spMkLst>
        </pc:spChg>
        <pc:spChg chg="add del">
          <ac:chgData name="Niket Shah" userId="92ecded0c44668af" providerId="LiveId" clId="{B8077597-D927-4E10-AAB6-6A1D6F00BA72}" dt="2024-12-12T09:07:07.965" v="311" actId="26606"/>
          <ac:spMkLst>
            <pc:docMk/>
            <pc:sldMk cId="2734458350" sldId="259"/>
            <ac:spMk id="31" creationId="{5060D983-8B52-443A-8183-2A1DE05618B5}"/>
          </ac:spMkLst>
        </pc:spChg>
        <pc:spChg chg="add del">
          <ac:chgData name="Niket Shah" userId="92ecded0c44668af" providerId="LiveId" clId="{B8077597-D927-4E10-AAB6-6A1D6F00BA72}" dt="2024-12-12T17:29:47.590" v="1484"/>
          <ac:spMkLst>
            <pc:docMk/>
            <pc:sldMk cId="2734458350" sldId="259"/>
            <ac:spMk id="32" creationId="{81D83946-74FA-498A-AC80-9926F041B5C5}"/>
          </ac:spMkLst>
        </pc:spChg>
        <pc:spChg chg="add del">
          <ac:chgData name="Niket Shah" userId="92ecded0c44668af" providerId="LiveId" clId="{B8077597-D927-4E10-AAB6-6A1D6F00BA72}" dt="2024-12-12T09:07:17.589" v="315" actId="26606"/>
          <ac:spMkLst>
            <pc:docMk/>
            <pc:sldMk cId="2734458350" sldId="259"/>
            <ac:spMk id="33" creationId="{B23FE733-F95B-4DF6-AFC5-BEEB3577C494}"/>
          </ac:spMkLst>
        </pc:spChg>
        <pc:spChg chg="add del">
          <ac:chgData name="Niket Shah" userId="92ecded0c44668af" providerId="LiveId" clId="{B8077597-D927-4E10-AAB6-6A1D6F00BA72}" dt="2024-12-12T09:07:17.589" v="315" actId="26606"/>
          <ac:spMkLst>
            <pc:docMk/>
            <pc:sldMk cId="2734458350" sldId="259"/>
            <ac:spMk id="34" creationId="{9080D120-BD54-46E1-BA37-82F5E8089E90}"/>
          </ac:spMkLst>
        </pc:spChg>
        <pc:spChg chg="add del">
          <ac:chgData name="Niket Shah" userId="92ecded0c44668af" providerId="LiveId" clId="{B8077597-D927-4E10-AAB6-6A1D6F00BA72}" dt="2024-12-12T09:07:17.589" v="315" actId="26606"/>
          <ac:spMkLst>
            <pc:docMk/>
            <pc:sldMk cId="2734458350" sldId="259"/>
            <ac:spMk id="35" creationId="{81D83946-74FA-498A-AC80-9926F041B5C5}"/>
          </ac:spMkLst>
        </pc:spChg>
        <pc:spChg chg="add del">
          <ac:chgData name="Niket Shah" userId="92ecded0c44668af" providerId="LiveId" clId="{B8077597-D927-4E10-AAB6-6A1D6F00BA72}" dt="2024-12-12T09:07:17.589" v="315" actId="26606"/>
          <ac:spMkLst>
            <pc:docMk/>
            <pc:sldMk cId="2734458350" sldId="259"/>
            <ac:spMk id="36" creationId="{5060D983-8B52-443A-8183-2A1DE05618B5}"/>
          </ac:spMkLst>
        </pc:spChg>
        <pc:spChg chg="add del">
          <ac:chgData name="Niket Shah" userId="92ecded0c44668af" providerId="LiveId" clId="{B8077597-D927-4E10-AAB6-6A1D6F00BA72}" dt="2024-12-12T17:29:47.590" v="1484"/>
          <ac:spMkLst>
            <pc:docMk/>
            <pc:sldMk cId="2734458350" sldId="259"/>
            <ac:spMk id="37" creationId="{5060D983-8B52-443A-8183-2A1DE05618B5}"/>
          </ac:spMkLst>
        </pc:spChg>
        <pc:graphicFrameChg chg="add del">
          <ac:chgData name="Niket Shah" userId="92ecded0c44668af" providerId="LiveId" clId="{B8077597-D927-4E10-AAB6-6A1D6F00BA72}" dt="2024-12-12T09:34:45.402" v="398" actId="26606"/>
          <ac:graphicFrameMkLst>
            <pc:docMk/>
            <pc:sldMk cId="2734458350" sldId="259"/>
            <ac:graphicFrameMk id="22" creationId="{CDAE5D26-F64D-16FF-A535-9522389B7F11}"/>
          </ac:graphicFrameMkLst>
        </pc:graphicFrameChg>
        <pc:graphicFrameChg chg="add del">
          <ac:chgData name="Niket Shah" userId="92ecded0c44668af" providerId="LiveId" clId="{B8077597-D927-4E10-AAB6-6A1D6F00BA72}" dt="2024-12-12T09:34:49.591" v="400" actId="26606"/>
          <ac:graphicFrameMkLst>
            <pc:docMk/>
            <pc:sldMk cId="2734458350" sldId="259"/>
            <ac:graphicFrameMk id="24" creationId="{4B6940C9-A7FD-607A-F3E2-FE49E2957AF8}"/>
          </ac:graphicFrameMkLst>
        </pc:graphicFrameChg>
        <pc:graphicFrameChg chg="add mod modGraphic">
          <ac:chgData name="Niket Shah" userId="92ecded0c44668af" providerId="LiveId" clId="{B8077597-D927-4E10-AAB6-6A1D6F00BA72}" dt="2024-12-12T19:27:27.154" v="2534" actId="255"/>
          <ac:graphicFrameMkLst>
            <pc:docMk/>
            <pc:sldMk cId="2734458350" sldId="259"/>
            <ac:graphicFrameMk id="26" creationId="{CDAE5D26-F64D-16FF-A535-9522389B7F11}"/>
          </ac:graphicFrameMkLst>
        </pc:graphicFrameChg>
        <pc:picChg chg="add mod ord">
          <ac:chgData name="Niket Shah" userId="92ecded0c44668af" providerId="LiveId" clId="{B8077597-D927-4E10-AAB6-6A1D6F00BA72}" dt="2024-12-12T15:42:13.354" v="998" actId="14100"/>
          <ac:picMkLst>
            <pc:docMk/>
            <pc:sldMk cId="2734458350" sldId="259"/>
            <ac:picMk id="4" creationId="{B684E5A3-FF3E-D449-0E38-4AFA783B7D7E}"/>
          </ac:picMkLst>
        </pc:picChg>
        <pc:picChg chg="add mod ord">
          <ac:chgData name="Niket Shah" userId="92ecded0c44668af" providerId="LiveId" clId="{B8077597-D927-4E10-AAB6-6A1D6F00BA72}" dt="2024-12-12T10:18:17.318" v="606" actId="26606"/>
          <ac:picMkLst>
            <pc:docMk/>
            <pc:sldMk cId="2734458350" sldId="259"/>
            <ac:picMk id="5" creationId="{EC933004-C7CA-432D-EF01-32015452822D}"/>
          </ac:picMkLst>
        </pc:picChg>
        <pc:picChg chg="add del mod">
          <ac:chgData name="Niket Shah" userId="92ecded0c44668af" providerId="LiveId" clId="{B8077597-D927-4E10-AAB6-6A1D6F00BA72}" dt="2024-12-12T09:34:36.394" v="396" actId="478"/>
          <ac:picMkLst>
            <pc:docMk/>
            <pc:sldMk cId="2734458350" sldId="259"/>
            <ac:picMk id="6" creationId="{62F648E2-C5E6-5411-EF93-6B1F19213414}"/>
          </ac:picMkLst>
        </pc:picChg>
        <pc:picChg chg="add mod">
          <ac:chgData name="Niket Shah" userId="92ecded0c44668af" providerId="LiveId" clId="{B8077597-D927-4E10-AAB6-6A1D6F00BA72}" dt="2024-12-12T11:38:22.456" v="996" actId="1076"/>
          <ac:picMkLst>
            <pc:docMk/>
            <pc:sldMk cId="2734458350" sldId="259"/>
            <ac:picMk id="7" creationId="{C9108957-D93C-F814-C1C8-D3BEBF5E3E6F}"/>
          </ac:picMkLst>
        </pc:picChg>
      </pc:sldChg>
      <pc:sldChg chg="addSp delSp modSp new del mod">
        <pc:chgData name="Niket Shah" userId="92ecded0c44668af" providerId="LiveId" clId="{B8077597-D927-4E10-AAB6-6A1D6F00BA72}" dt="2024-12-12T09:38:06.124" v="420" actId="2696"/>
        <pc:sldMkLst>
          <pc:docMk/>
          <pc:sldMk cId="1372207624" sldId="260"/>
        </pc:sldMkLst>
        <pc:spChg chg="del">
          <ac:chgData name="Niket Shah" userId="92ecded0c44668af" providerId="LiveId" clId="{B8077597-D927-4E10-AAB6-6A1D6F00BA72}" dt="2024-12-12T09:33:14.055" v="390" actId="478"/>
          <ac:spMkLst>
            <pc:docMk/>
            <pc:sldMk cId="1372207624" sldId="260"/>
            <ac:spMk id="2" creationId="{0B4DB971-7D8B-8A1B-3ACC-E8A417EB40E6}"/>
          </ac:spMkLst>
        </pc:spChg>
        <pc:spChg chg="del">
          <ac:chgData name="Niket Shah" userId="92ecded0c44668af" providerId="LiveId" clId="{B8077597-D927-4E10-AAB6-6A1D6F00BA72}" dt="2024-12-12T09:33:19.721" v="391" actId="478"/>
          <ac:spMkLst>
            <pc:docMk/>
            <pc:sldMk cId="1372207624" sldId="260"/>
            <ac:spMk id="3" creationId="{6C08055F-8655-DC12-29A2-333DE73988FD}"/>
          </ac:spMkLst>
        </pc:spChg>
        <pc:spChg chg="add mod">
          <ac:chgData name="Niket Shah" userId="92ecded0c44668af" providerId="LiveId" clId="{B8077597-D927-4E10-AAB6-6A1D6F00BA72}" dt="2024-12-12T09:35:46.428" v="404"/>
          <ac:spMkLst>
            <pc:docMk/>
            <pc:sldMk cId="1372207624" sldId="260"/>
            <ac:spMk id="6" creationId="{AE7F9747-4265-EE6D-0F9E-5E9753258513}"/>
          </ac:spMkLst>
        </pc:spChg>
        <pc:graphicFrameChg chg="add mod">
          <ac:chgData name="Niket Shah" userId="92ecded0c44668af" providerId="LiveId" clId="{B8077597-D927-4E10-AAB6-6A1D6F00BA72}" dt="2024-12-12T09:33:28.658" v="392" actId="1076"/>
          <ac:graphicFrameMkLst>
            <pc:docMk/>
            <pc:sldMk cId="1372207624" sldId="260"/>
            <ac:graphicFrameMk id="4" creationId="{D081195C-A609-7706-D147-C1316AB0381B}"/>
          </ac:graphicFrameMkLst>
        </pc:graphicFrameChg>
        <pc:picChg chg="add del mod">
          <ac:chgData name="Niket Shah" userId="92ecded0c44668af" providerId="LiveId" clId="{B8077597-D927-4E10-AAB6-6A1D6F00BA72}" dt="2024-12-12T09:37:53.600" v="417" actId="21"/>
          <ac:picMkLst>
            <pc:docMk/>
            <pc:sldMk cId="1372207624" sldId="260"/>
            <ac:picMk id="5" creationId="{6D23233B-BDBF-2658-2EAC-9705F5F1F755}"/>
          </ac:picMkLst>
        </pc:picChg>
      </pc:sldChg>
      <pc:sldChg chg="addSp delSp modSp add mod setBg delDesignElem">
        <pc:chgData name="Niket Shah" userId="92ecded0c44668af" providerId="LiveId" clId="{B8077597-D927-4E10-AAB6-6A1D6F00BA72}" dt="2024-12-12T19:25:48.450" v="2525" actId="255"/>
        <pc:sldMkLst>
          <pc:docMk/>
          <pc:sldMk cId="3388162352" sldId="261"/>
        </pc:sldMkLst>
        <pc:spChg chg="mod">
          <ac:chgData name="Niket Shah" userId="92ecded0c44668af" providerId="LiveId" clId="{B8077597-D927-4E10-AAB6-6A1D6F00BA72}" dt="2024-12-12T19:25:35.594" v="2522" actId="1076"/>
          <ac:spMkLst>
            <pc:docMk/>
            <pc:sldMk cId="3388162352" sldId="261"/>
            <ac:spMk id="2" creationId="{33A85E02-2294-5CCD-24A9-1EFF0CC2F0CD}"/>
          </ac:spMkLst>
        </pc:spChg>
        <pc:spChg chg="mod ord">
          <ac:chgData name="Niket Shah" userId="92ecded0c44668af" providerId="LiveId" clId="{B8077597-D927-4E10-AAB6-6A1D6F00BA72}" dt="2024-12-12T19:25:48.450" v="2525" actId="255"/>
          <ac:spMkLst>
            <pc:docMk/>
            <pc:sldMk cId="3388162352" sldId="261"/>
            <ac:spMk id="3" creationId="{85D72EFA-DE1B-D60D-01F0-D75323FFF9E2}"/>
          </ac:spMkLst>
        </pc:spChg>
        <pc:spChg chg="add del">
          <ac:chgData name="Niket Shah" userId="92ecded0c44668af" providerId="LiveId" clId="{B8077597-D927-4E10-AAB6-6A1D6F00BA72}" dt="2024-12-12T10:55:38.461" v="838" actId="26606"/>
          <ac:spMkLst>
            <pc:docMk/>
            <pc:sldMk cId="3388162352" sldId="261"/>
            <ac:spMk id="7" creationId="{E0C28A69-9B26-45AC-AFF7-719A7A50A092}"/>
          </ac:spMkLst>
        </pc:spChg>
        <pc:spChg chg="add del">
          <ac:chgData name="Niket Shah" userId="92ecded0c44668af" providerId="LiveId" clId="{B8077597-D927-4E10-AAB6-6A1D6F00BA72}" dt="2024-12-12T10:55:38.461" v="838" actId="26606"/>
          <ac:spMkLst>
            <pc:docMk/>
            <pc:sldMk cId="3388162352" sldId="261"/>
            <ac:spMk id="8" creationId="{33AE4636-AEEC-45D6-84D4-7AC2DA48ECF8}"/>
          </ac:spMkLst>
        </pc:spChg>
        <pc:spChg chg="add del">
          <ac:chgData name="Niket Shah" userId="92ecded0c44668af" providerId="LiveId" clId="{B8077597-D927-4E10-AAB6-6A1D6F00BA72}" dt="2024-12-12T10:55:38.461" v="838" actId="26606"/>
          <ac:spMkLst>
            <pc:docMk/>
            <pc:sldMk cId="3388162352" sldId="261"/>
            <ac:spMk id="9" creationId="{8D9CE0F4-2EB2-4F1F-8AAC-DB3571D9FE10}"/>
          </ac:spMkLst>
        </pc:spChg>
        <pc:spChg chg="add del">
          <ac:chgData name="Niket Shah" userId="92ecded0c44668af" providerId="LiveId" clId="{B8077597-D927-4E10-AAB6-6A1D6F00BA72}" dt="2024-12-12T10:53:22.752" v="793" actId="26606"/>
          <ac:spMkLst>
            <pc:docMk/>
            <pc:sldMk cId="3388162352" sldId="261"/>
            <ac:spMk id="10" creationId="{D0D0518B-D51A-4AC9-8054-5C1EF2EB9AC1}"/>
          </ac:spMkLst>
        </pc:spChg>
        <pc:spChg chg="add del">
          <ac:chgData name="Niket Shah" userId="92ecded0c44668af" providerId="LiveId" clId="{B8077597-D927-4E10-AAB6-6A1D6F00BA72}" dt="2024-12-12T10:55:47.924" v="840" actId="26606"/>
          <ac:spMkLst>
            <pc:docMk/>
            <pc:sldMk cId="3388162352" sldId="261"/>
            <ac:spMk id="11" creationId="{F94AA2BD-2E3F-4B1D-8127-5744B8115311}"/>
          </ac:spMkLst>
        </pc:spChg>
        <pc:spChg chg="add del">
          <ac:chgData name="Niket Shah" userId="92ecded0c44668af" providerId="LiveId" clId="{B8077597-D927-4E10-AAB6-6A1D6F00BA72}" dt="2024-12-12T10:53:22.752" v="793" actId="26606"/>
          <ac:spMkLst>
            <pc:docMk/>
            <pc:sldMk cId="3388162352" sldId="261"/>
            <ac:spMk id="12" creationId="{494CEDA0-FD8E-491B-8792-69F93BDA3937}"/>
          </ac:spMkLst>
        </pc:spChg>
        <pc:spChg chg="add del">
          <ac:chgData name="Niket Shah" userId="92ecded0c44668af" providerId="LiveId" clId="{B8077597-D927-4E10-AAB6-6A1D6F00BA72}" dt="2024-12-12T10:55:47.924" v="840" actId="26606"/>
          <ac:spMkLst>
            <pc:docMk/>
            <pc:sldMk cId="3388162352" sldId="261"/>
            <ac:spMk id="13" creationId="{4BD02261-2DC8-4AA8-9E16-7751AE892445}"/>
          </ac:spMkLst>
        </pc:spChg>
        <pc:spChg chg="add del">
          <ac:chgData name="Niket Shah" userId="92ecded0c44668af" providerId="LiveId" clId="{B8077597-D927-4E10-AAB6-6A1D6F00BA72}" dt="2024-12-12T10:53:22.752" v="793" actId="26606"/>
          <ac:spMkLst>
            <pc:docMk/>
            <pc:sldMk cId="3388162352" sldId="261"/>
            <ac:spMk id="14" creationId="{0FD3EBBB-DFE8-4525-B1BF-BE7BBC8DFA7C}"/>
          </ac:spMkLst>
        </pc:spChg>
        <pc:spChg chg="add del">
          <ac:chgData name="Niket Shah" userId="92ecded0c44668af" providerId="LiveId" clId="{B8077597-D927-4E10-AAB6-6A1D6F00BA72}" dt="2024-12-12T10:55:47.924" v="840" actId="26606"/>
          <ac:spMkLst>
            <pc:docMk/>
            <pc:sldMk cId="3388162352" sldId="261"/>
            <ac:spMk id="15" creationId="{3D752CF2-2291-40B5-B462-C17B174C10BC}"/>
          </ac:spMkLst>
        </pc:spChg>
        <pc:spChg chg="add del">
          <ac:chgData name="Niket Shah" userId="92ecded0c44668af" providerId="LiveId" clId="{B8077597-D927-4E10-AAB6-6A1D6F00BA72}" dt="2024-12-12T10:53:22.752" v="793" actId="26606"/>
          <ac:spMkLst>
            <pc:docMk/>
            <pc:sldMk cId="3388162352" sldId="261"/>
            <ac:spMk id="16" creationId="{A9362A14-6FB8-4FFC-AAA0-2E5AFF8A8D36}"/>
          </ac:spMkLst>
        </pc:spChg>
        <pc:spChg chg="add del">
          <ac:chgData name="Niket Shah" userId="92ecded0c44668af" providerId="LiveId" clId="{B8077597-D927-4E10-AAB6-6A1D6F00BA72}" dt="2024-12-12T10:55:50.832" v="842" actId="26606"/>
          <ac:spMkLst>
            <pc:docMk/>
            <pc:sldMk cId="3388162352" sldId="261"/>
            <ac:spMk id="17" creationId="{8108D317-7CBD-4897-BD1F-959436D2A3BE}"/>
          </ac:spMkLst>
        </pc:spChg>
        <pc:spChg chg="add del">
          <ac:chgData name="Niket Shah" userId="92ecded0c44668af" providerId="LiveId" clId="{B8077597-D927-4E10-AAB6-6A1D6F00BA72}" dt="2024-12-12T10:53:26.121" v="795" actId="26606"/>
          <ac:spMkLst>
            <pc:docMk/>
            <pc:sldMk cId="3388162352" sldId="261"/>
            <ac:spMk id="18" creationId="{69A38EBA-6E97-44A4-B4B8-D9FB5D33FD89}"/>
          </ac:spMkLst>
        </pc:spChg>
        <pc:spChg chg="add del">
          <ac:chgData name="Niket Shah" userId="92ecded0c44668af" providerId="LiveId" clId="{B8077597-D927-4E10-AAB6-6A1D6F00BA72}" dt="2024-12-12T10:53:26.121" v="795" actId="26606"/>
          <ac:spMkLst>
            <pc:docMk/>
            <pc:sldMk cId="3388162352" sldId="261"/>
            <ac:spMk id="19" creationId="{33AE4636-AEEC-45D6-84D4-7AC2DA48ECF8}"/>
          </ac:spMkLst>
        </pc:spChg>
        <pc:spChg chg="add del">
          <ac:chgData name="Niket Shah" userId="92ecded0c44668af" providerId="LiveId" clId="{B8077597-D927-4E10-AAB6-6A1D6F00BA72}" dt="2024-12-12T10:53:26.121" v="795" actId="26606"/>
          <ac:spMkLst>
            <pc:docMk/>
            <pc:sldMk cId="3388162352" sldId="261"/>
            <ac:spMk id="20" creationId="{8D9CE0F4-2EB2-4F1F-8AAC-DB3571D9FE10}"/>
          </ac:spMkLst>
        </pc:spChg>
        <pc:spChg chg="add del">
          <ac:chgData name="Niket Shah" userId="92ecded0c44668af" providerId="LiveId" clId="{B8077597-D927-4E10-AAB6-6A1D6F00BA72}" dt="2024-12-12T10:55:50.832" v="842" actId="26606"/>
          <ac:spMkLst>
            <pc:docMk/>
            <pc:sldMk cId="3388162352" sldId="261"/>
            <ac:spMk id="21" creationId="{D6297641-8B9F-4767-9606-8A11313227BF}"/>
          </ac:spMkLst>
        </pc:spChg>
        <pc:spChg chg="add del">
          <ac:chgData name="Niket Shah" userId="92ecded0c44668af" providerId="LiveId" clId="{B8077597-D927-4E10-AAB6-6A1D6F00BA72}" dt="2024-12-12T10:53:36.845" v="797" actId="26606"/>
          <ac:spMkLst>
            <pc:docMk/>
            <pc:sldMk cId="3388162352" sldId="261"/>
            <ac:spMk id="22" creationId="{9F27744B-47AB-4459-8C2F-1D5EE63A3E09}"/>
          </ac:spMkLst>
        </pc:spChg>
        <pc:spChg chg="add del">
          <ac:chgData name="Niket Shah" userId="92ecded0c44668af" providerId="LiveId" clId="{B8077597-D927-4E10-AAB6-6A1D6F00BA72}" dt="2024-12-12T10:53:36.845" v="797" actId="26606"/>
          <ac:spMkLst>
            <pc:docMk/>
            <pc:sldMk cId="3388162352" sldId="261"/>
            <ac:spMk id="23" creationId="{7D266DCC-5218-4AE0-B964-6FC2EA3BDF21}"/>
          </ac:spMkLst>
        </pc:spChg>
        <pc:spChg chg="add del">
          <ac:chgData name="Niket Shah" userId="92ecded0c44668af" providerId="LiveId" clId="{B8077597-D927-4E10-AAB6-6A1D6F00BA72}" dt="2024-12-12T10:53:36.845" v="797" actId="26606"/>
          <ac:spMkLst>
            <pc:docMk/>
            <pc:sldMk cId="3388162352" sldId="261"/>
            <ac:spMk id="24" creationId="{973DE4F1-1583-4AE3-9696-9659D27C5F66}"/>
          </ac:spMkLst>
        </pc:spChg>
        <pc:spChg chg="add del">
          <ac:chgData name="Niket Shah" userId="92ecded0c44668af" providerId="LiveId" clId="{B8077597-D927-4E10-AAB6-6A1D6F00BA72}" dt="2024-12-12T10:53:36.845" v="797" actId="26606"/>
          <ac:spMkLst>
            <pc:docMk/>
            <pc:sldMk cId="3388162352" sldId="261"/>
            <ac:spMk id="25" creationId="{D6297641-8B9F-4767-9606-8A11313227BF}"/>
          </ac:spMkLst>
        </pc:spChg>
        <pc:spChg chg="add del">
          <ac:chgData name="Niket Shah" userId="92ecded0c44668af" providerId="LiveId" clId="{B8077597-D927-4E10-AAB6-6A1D6F00BA72}" dt="2024-12-12T10:53:36.845" v="797" actId="26606"/>
          <ac:spMkLst>
            <pc:docMk/>
            <pc:sldMk cId="3388162352" sldId="261"/>
            <ac:spMk id="26" creationId="{FD3C8959-A2A1-469E-8619-82F077E33FE5}"/>
          </ac:spMkLst>
        </pc:spChg>
        <pc:spChg chg="add del">
          <ac:chgData name="Niket Shah" userId="92ecded0c44668af" providerId="LiveId" clId="{B8077597-D927-4E10-AAB6-6A1D6F00BA72}" dt="2024-12-12T10:55:50.832" v="842" actId="26606"/>
          <ac:spMkLst>
            <pc:docMk/>
            <pc:sldMk cId="3388162352" sldId="261"/>
            <ac:spMk id="27" creationId="{D8F3CA65-EA00-46B4-9616-39E6853F7BED}"/>
          </ac:spMkLst>
        </pc:spChg>
        <pc:spChg chg="add del">
          <ac:chgData name="Niket Shah" userId="92ecded0c44668af" providerId="LiveId" clId="{B8077597-D927-4E10-AAB6-6A1D6F00BA72}" dt="2024-12-12T10:53:43.323" v="799" actId="26606"/>
          <ac:spMkLst>
            <pc:docMk/>
            <pc:sldMk cId="3388162352" sldId="261"/>
            <ac:spMk id="28" creationId="{3EAF38DC-B069-4F74-89ED-92C7579C3D26}"/>
          </ac:spMkLst>
        </pc:spChg>
        <pc:spChg chg="add del">
          <ac:chgData name="Niket Shah" userId="92ecded0c44668af" providerId="LiveId" clId="{B8077597-D927-4E10-AAB6-6A1D6F00BA72}" dt="2024-12-12T10:53:43.323" v="799" actId="26606"/>
          <ac:spMkLst>
            <pc:docMk/>
            <pc:sldMk cId="3388162352" sldId="261"/>
            <ac:spMk id="29" creationId="{83549E37-C86B-4401-90BD-D8BF83859F14}"/>
          </ac:spMkLst>
        </pc:spChg>
        <pc:spChg chg="add del">
          <ac:chgData name="Niket Shah" userId="92ecded0c44668af" providerId="LiveId" clId="{B8077597-D927-4E10-AAB6-6A1D6F00BA72}" dt="2024-12-12T10:53:43.323" v="799" actId="26606"/>
          <ac:spMkLst>
            <pc:docMk/>
            <pc:sldMk cId="3388162352" sldId="261"/>
            <ac:spMk id="30" creationId="{8A17784E-76D8-4521-A77D-0D2EBB923004}"/>
          </ac:spMkLst>
        </pc:spChg>
        <pc:spChg chg="add del">
          <ac:chgData name="Niket Shah" userId="92ecded0c44668af" providerId="LiveId" clId="{B8077597-D927-4E10-AAB6-6A1D6F00BA72}" dt="2024-12-12T10:53:43.323" v="799" actId="26606"/>
          <ac:spMkLst>
            <pc:docMk/>
            <pc:sldMk cId="3388162352" sldId="261"/>
            <ac:spMk id="31" creationId="{7A0CBFF4-EA32-4FE2-BA6B-8F3A6E6ED144}"/>
          </ac:spMkLst>
        </pc:spChg>
        <pc:spChg chg="add del">
          <ac:chgData name="Niket Shah" userId="92ecded0c44668af" providerId="LiveId" clId="{B8077597-D927-4E10-AAB6-6A1D6F00BA72}" dt="2024-12-12T10:53:43.323" v="799" actId="26606"/>
          <ac:spMkLst>
            <pc:docMk/>
            <pc:sldMk cId="3388162352" sldId="261"/>
            <ac:spMk id="32" creationId="{FC8D5885-2804-4D3C-BE31-902E4D3279B0}"/>
          </ac:spMkLst>
        </pc:spChg>
        <pc:spChg chg="add del">
          <ac:chgData name="Niket Shah" userId="92ecded0c44668af" providerId="LiveId" clId="{B8077597-D927-4E10-AAB6-6A1D6F00BA72}" dt="2024-12-12T10:55:52.424" v="844" actId="26606"/>
          <ac:spMkLst>
            <pc:docMk/>
            <pc:sldMk cId="3388162352" sldId="261"/>
            <ac:spMk id="33" creationId="{50E4C519-FBE9-4ABE-A8F9-C2CBE326932F}"/>
          </ac:spMkLst>
        </pc:spChg>
        <pc:spChg chg="add del">
          <ac:chgData name="Niket Shah" userId="92ecded0c44668af" providerId="LiveId" clId="{B8077597-D927-4E10-AAB6-6A1D6F00BA72}" dt="2024-12-12T10:53:57.099" v="801" actId="26606"/>
          <ac:spMkLst>
            <pc:docMk/>
            <pc:sldMk cId="3388162352" sldId="261"/>
            <ac:spMk id="34" creationId="{8FC9BE17-9A7B-462D-AE50-3D8777387304}"/>
          </ac:spMkLst>
        </pc:spChg>
        <pc:spChg chg="add del">
          <ac:chgData name="Niket Shah" userId="92ecded0c44668af" providerId="LiveId" clId="{B8077597-D927-4E10-AAB6-6A1D6F00BA72}" dt="2024-12-12T10:53:57.099" v="801" actId="26606"/>
          <ac:spMkLst>
            <pc:docMk/>
            <pc:sldMk cId="3388162352" sldId="261"/>
            <ac:spMk id="35" creationId="{3EBE8569-6AEC-4B8C-8D53-2DE337CDBA65}"/>
          </ac:spMkLst>
        </pc:spChg>
        <pc:spChg chg="add del">
          <ac:chgData name="Niket Shah" userId="92ecded0c44668af" providerId="LiveId" clId="{B8077597-D927-4E10-AAB6-6A1D6F00BA72}" dt="2024-12-12T10:53:57.099" v="801" actId="26606"/>
          <ac:spMkLst>
            <pc:docMk/>
            <pc:sldMk cId="3388162352" sldId="261"/>
            <ac:spMk id="36" creationId="{55D4142C-5077-457F-A6AD-3FECFDB39685}"/>
          </ac:spMkLst>
        </pc:spChg>
        <pc:spChg chg="add del">
          <ac:chgData name="Niket Shah" userId="92ecded0c44668af" providerId="LiveId" clId="{B8077597-D927-4E10-AAB6-6A1D6F00BA72}" dt="2024-12-12T10:53:57.099" v="801" actId="26606"/>
          <ac:spMkLst>
            <pc:docMk/>
            <pc:sldMk cId="3388162352" sldId="261"/>
            <ac:spMk id="37" creationId="{7A5F0580-5EE9-419F-96EE-B6529EF6E7D0}"/>
          </ac:spMkLst>
        </pc:spChg>
        <pc:spChg chg="add del">
          <ac:chgData name="Niket Shah" userId="92ecded0c44668af" providerId="LiveId" clId="{B8077597-D927-4E10-AAB6-6A1D6F00BA72}" dt="2024-12-12T10:55:52.424" v="844" actId="26606"/>
          <ac:spMkLst>
            <pc:docMk/>
            <pc:sldMk cId="3388162352" sldId="261"/>
            <ac:spMk id="38" creationId="{80EC29FB-299E-49F3-8C7B-01199632A30F}"/>
          </ac:spMkLst>
        </pc:spChg>
        <pc:spChg chg="add del">
          <ac:chgData name="Niket Shah" userId="92ecded0c44668af" providerId="LiveId" clId="{B8077597-D927-4E10-AAB6-6A1D6F00BA72}" dt="2024-12-12T10:53:58.702" v="803" actId="26606"/>
          <ac:spMkLst>
            <pc:docMk/>
            <pc:sldMk cId="3388162352" sldId="261"/>
            <ac:spMk id="39" creationId="{5DF40726-9B19-4165-9C26-757D16E19E23}"/>
          </ac:spMkLst>
        </pc:spChg>
        <pc:spChg chg="add del">
          <ac:chgData name="Niket Shah" userId="92ecded0c44668af" providerId="LiveId" clId="{B8077597-D927-4E10-AAB6-6A1D6F00BA72}" dt="2024-12-12T10:53:58.702" v="803" actId="26606"/>
          <ac:spMkLst>
            <pc:docMk/>
            <pc:sldMk cId="3388162352" sldId="261"/>
            <ac:spMk id="40" creationId="{21B3977D-00DD-E3F0-9E7E-2330CBFDF817}"/>
          </ac:spMkLst>
        </pc:spChg>
        <pc:spChg chg="add del">
          <ac:chgData name="Niket Shah" userId="92ecded0c44668af" providerId="LiveId" clId="{B8077597-D927-4E10-AAB6-6A1D6F00BA72}" dt="2024-12-12T10:55:52.424" v="844" actId="26606"/>
          <ac:spMkLst>
            <pc:docMk/>
            <pc:sldMk cId="3388162352" sldId="261"/>
            <ac:spMk id="41" creationId="{C29A2522-B27A-45C5-897B-79A1407D159A}"/>
          </ac:spMkLst>
        </pc:spChg>
        <pc:spChg chg="add del">
          <ac:chgData name="Niket Shah" userId="92ecded0c44668af" providerId="LiveId" clId="{B8077597-D927-4E10-AAB6-6A1D6F00BA72}" dt="2024-12-12T10:54:01.780" v="805" actId="26606"/>
          <ac:spMkLst>
            <pc:docMk/>
            <pc:sldMk cId="3388162352" sldId="261"/>
            <ac:spMk id="42" creationId="{94E4D846-3AFC-4F86-8C35-24B0542A269D}"/>
          </ac:spMkLst>
        </pc:spChg>
        <pc:spChg chg="add del">
          <ac:chgData name="Niket Shah" userId="92ecded0c44668af" providerId="LiveId" clId="{B8077597-D927-4E10-AAB6-6A1D6F00BA72}" dt="2024-12-12T10:54:01.780" v="805" actId="26606"/>
          <ac:spMkLst>
            <pc:docMk/>
            <pc:sldMk cId="3388162352" sldId="261"/>
            <ac:spMk id="43" creationId="{4F981527-1C7E-4847-B180-945BFB1A8D73}"/>
          </ac:spMkLst>
        </pc:spChg>
        <pc:spChg chg="add del">
          <ac:chgData name="Niket Shah" userId="92ecded0c44668af" providerId="LiveId" clId="{B8077597-D927-4E10-AAB6-6A1D6F00BA72}" dt="2024-12-12T10:54:01.780" v="805" actId="26606"/>
          <ac:spMkLst>
            <pc:docMk/>
            <pc:sldMk cId="3388162352" sldId="261"/>
            <ac:spMk id="44" creationId="{55D4142C-5077-457F-A6AD-3FECFDB39685}"/>
          </ac:spMkLst>
        </pc:spChg>
        <pc:spChg chg="add del">
          <ac:chgData name="Niket Shah" userId="92ecded0c44668af" providerId="LiveId" clId="{B8077597-D927-4E10-AAB6-6A1D6F00BA72}" dt="2024-12-12T10:54:01.780" v="805" actId="26606"/>
          <ac:spMkLst>
            <pc:docMk/>
            <pc:sldMk cId="3388162352" sldId="261"/>
            <ac:spMk id="45" creationId="{7A5F0580-5EE9-419F-96EE-B6529EF6E7D0}"/>
          </ac:spMkLst>
        </pc:spChg>
        <pc:spChg chg="add del">
          <ac:chgData name="Niket Shah" userId="92ecded0c44668af" providerId="LiveId" clId="{B8077597-D927-4E10-AAB6-6A1D6F00BA72}" dt="2024-12-12T10:55:52.424" v="844" actId="26606"/>
          <ac:spMkLst>
            <pc:docMk/>
            <pc:sldMk cId="3388162352" sldId="261"/>
            <ac:spMk id="46" creationId="{98E79BE4-34FE-485A-98A5-92CE8F7C4743}"/>
          </ac:spMkLst>
        </pc:spChg>
        <pc:spChg chg="add del">
          <ac:chgData name="Niket Shah" userId="92ecded0c44668af" providerId="LiveId" clId="{B8077597-D927-4E10-AAB6-6A1D6F00BA72}" dt="2024-12-12T10:54:05.092" v="807" actId="26606"/>
          <ac:spMkLst>
            <pc:docMk/>
            <pc:sldMk cId="3388162352" sldId="261"/>
            <ac:spMk id="47" creationId="{6B5E2835-4E47-45B3-9CFE-732FF7B05472}"/>
          </ac:spMkLst>
        </pc:spChg>
        <pc:spChg chg="add del">
          <ac:chgData name="Niket Shah" userId="92ecded0c44668af" providerId="LiveId" clId="{B8077597-D927-4E10-AAB6-6A1D6F00BA72}" dt="2024-12-12T10:54:05.092" v="807" actId="26606"/>
          <ac:spMkLst>
            <pc:docMk/>
            <pc:sldMk cId="3388162352" sldId="261"/>
            <ac:spMk id="48" creationId="{5B45AD5D-AA52-4F7B-9362-576A39AD9E09}"/>
          </ac:spMkLst>
        </pc:spChg>
        <pc:spChg chg="add del">
          <ac:chgData name="Niket Shah" userId="92ecded0c44668af" providerId="LiveId" clId="{B8077597-D927-4E10-AAB6-6A1D6F00BA72}" dt="2024-12-12T10:54:05.092" v="807" actId="26606"/>
          <ac:spMkLst>
            <pc:docMk/>
            <pc:sldMk cId="3388162352" sldId="261"/>
            <ac:spMk id="49" creationId="{AEDD7960-4866-4399-BEF6-DD1431AB4E34}"/>
          </ac:spMkLst>
        </pc:spChg>
        <pc:spChg chg="add del">
          <ac:chgData name="Niket Shah" userId="92ecded0c44668af" providerId="LiveId" clId="{B8077597-D927-4E10-AAB6-6A1D6F00BA72}" dt="2024-12-12T10:54:05.092" v="807" actId="26606"/>
          <ac:spMkLst>
            <pc:docMk/>
            <pc:sldMk cId="3388162352" sldId="261"/>
            <ac:spMk id="50" creationId="{55D4142C-5077-457F-A6AD-3FECFDB39685}"/>
          </ac:spMkLst>
        </pc:spChg>
        <pc:spChg chg="add del">
          <ac:chgData name="Niket Shah" userId="92ecded0c44668af" providerId="LiveId" clId="{B8077597-D927-4E10-AAB6-6A1D6F00BA72}" dt="2024-12-12T10:54:05.092" v="807" actId="26606"/>
          <ac:spMkLst>
            <pc:docMk/>
            <pc:sldMk cId="3388162352" sldId="261"/>
            <ac:spMk id="51" creationId="{7A5F0580-5EE9-419F-96EE-B6529EF6E7D0}"/>
          </ac:spMkLst>
        </pc:spChg>
        <pc:spChg chg="add del">
          <ac:chgData name="Niket Shah" userId="92ecded0c44668af" providerId="LiveId" clId="{B8077597-D927-4E10-AAB6-6A1D6F00BA72}" dt="2024-12-12T10:55:52.424" v="844" actId="26606"/>
          <ac:spMkLst>
            <pc:docMk/>
            <pc:sldMk cId="3388162352" sldId="261"/>
            <ac:spMk id="52" creationId="{7A5F0580-5EE9-419F-96EE-B6529EF6E7D0}"/>
          </ac:spMkLst>
        </pc:spChg>
        <pc:spChg chg="add del">
          <ac:chgData name="Niket Shah" userId="92ecded0c44668af" providerId="LiveId" clId="{B8077597-D927-4E10-AAB6-6A1D6F00BA72}" dt="2024-12-12T10:54:07.067" v="809" actId="26606"/>
          <ac:spMkLst>
            <pc:docMk/>
            <pc:sldMk cId="3388162352" sldId="261"/>
            <ac:spMk id="53" creationId="{9AA72BD9-2C5A-4EDC-931F-5AA08EACA0F3}"/>
          </ac:spMkLst>
        </pc:spChg>
        <pc:spChg chg="add del">
          <ac:chgData name="Niket Shah" userId="92ecded0c44668af" providerId="LiveId" clId="{B8077597-D927-4E10-AAB6-6A1D6F00BA72}" dt="2024-12-12T10:54:07.067" v="809" actId="26606"/>
          <ac:spMkLst>
            <pc:docMk/>
            <pc:sldMk cId="3388162352" sldId="261"/>
            <ac:spMk id="54" creationId="{8A6DB0E6-E65F-4229-A5A0-2500203B6CC3}"/>
          </ac:spMkLst>
        </pc:spChg>
        <pc:spChg chg="add del">
          <ac:chgData name="Niket Shah" userId="92ecded0c44668af" providerId="LiveId" clId="{B8077597-D927-4E10-AAB6-6A1D6F00BA72}" dt="2024-12-12T10:54:07.067" v="809" actId="26606"/>
          <ac:spMkLst>
            <pc:docMk/>
            <pc:sldMk cId="3388162352" sldId="261"/>
            <ac:spMk id="55" creationId="{55D4142C-5077-457F-A6AD-3FECFDB39685}"/>
          </ac:spMkLst>
        </pc:spChg>
        <pc:spChg chg="add del">
          <ac:chgData name="Niket Shah" userId="92ecded0c44668af" providerId="LiveId" clId="{B8077597-D927-4E10-AAB6-6A1D6F00BA72}" dt="2024-12-12T10:54:07.067" v="809" actId="26606"/>
          <ac:spMkLst>
            <pc:docMk/>
            <pc:sldMk cId="3388162352" sldId="261"/>
            <ac:spMk id="56" creationId="{7A5F0580-5EE9-419F-96EE-B6529EF6E7D0}"/>
          </ac:spMkLst>
        </pc:spChg>
        <pc:spChg chg="add del">
          <ac:chgData name="Niket Shah" userId="92ecded0c44668af" providerId="LiveId" clId="{B8077597-D927-4E10-AAB6-6A1D6F00BA72}" dt="2024-12-12T10:56:03.680" v="846" actId="26606"/>
          <ac:spMkLst>
            <pc:docMk/>
            <pc:sldMk cId="3388162352" sldId="261"/>
            <ac:spMk id="57" creationId="{57F72BCA-EE24-40BE-9ECA-E10C9BA55F90}"/>
          </ac:spMkLst>
        </pc:spChg>
        <pc:spChg chg="add del">
          <ac:chgData name="Niket Shah" userId="92ecded0c44668af" providerId="LiveId" clId="{B8077597-D927-4E10-AAB6-6A1D6F00BA72}" dt="2024-12-12T10:54:09.881" v="811" actId="26606"/>
          <ac:spMkLst>
            <pc:docMk/>
            <pc:sldMk cId="3388162352" sldId="261"/>
            <ac:spMk id="58" creationId="{21A75659-5A6F-4F77-9679-678A00B9D8DC}"/>
          </ac:spMkLst>
        </pc:spChg>
        <pc:spChg chg="add del">
          <ac:chgData name="Niket Shah" userId="92ecded0c44668af" providerId="LiveId" clId="{B8077597-D927-4E10-AAB6-6A1D6F00BA72}" dt="2024-12-12T10:54:09.881" v="811" actId="26606"/>
          <ac:spMkLst>
            <pc:docMk/>
            <pc:sldMk cId="3388162352" sldId="261"/>
            <ac:spMk id="59" creationId="{EFAEC92A-2230-45B0-A12F-07F9F9EA45AD}"/>
          </ac:spMkLst>
        </pc:spChg>
        <pc:spChg chg="add del">
          <ac:chgData name="Niket Shah" userId="92ecded0c44668af" providerId="LiveId" clId="{B8077597-D927-4E10-AAB6-6A1D6F00BA72}" dt="2024-12-12T10:54:09.881" v="811" actId="26606"/>
          <ac:spMkLst>
            <pc:docMk/>
            <pc:sldMk cId="3388162352" sldId="261"/>
            <ac:spMk id="60" creationId="{55D4142C-5077-457F-A6AD-3FECFDB39685}"/>
          </ac:spMkLst>
        </pc:spChg>
        <pc:spChg chg="add del">
          <ac:chgData name="Niket Shah" userId="92ecded0c44668af" providerId="LiveId" clId="{B8077597-D927-4E10-AAB6-6A1D6F00BA72}" dt="2024-12-12T10:54:09.881" v="811" actId="26606"/>
          <ac:spMkLst>
            <pc:docMk/>
            <pc:sldMk cId="3388162352" sldId="261"/>
            <ac:spMk id="61" creationId="{7A5F0580-5EE9-419F-96EE-B6529EF6E7D0}"/>
          </ac:spMkLst>
        </pc:spChg>
        <pc:spChg chg="add del">
          <ac:chgData name="Niket Shah" userId="92ecded0c44668af" providerId="LiveId" clId="{B8077597-D927-4E10-AAB6-6A1D6F00BA72}" dt="2024-12-12T10:56:03.680" v="846" actId="26606"/>
          <ac:spMkLst>
            <pc:docMk/>
            <pc:sldMk cId="3388162352" sldId="261"/>
            <ac:spMk id="62" creationId="{6B3C4597-DD46-4BFC-B999-C52879B95B16}"/>
          </ac:spMkLst>
        </pc:spChg>
        <pc:spChg chg="add del">
          <ac:chgData name="Niket Shah" userId="92ecded0c44668af" providerId="LiveId" clId="{B8077597-D927-4E10-AAB6-6A1D6F00BA72}" dt="2024-12-12T10:54:12.916" v="813" actId="26606"/>
          <ac:spMkLst>
            <pc:docMk/>
            <pc:sldMk cId="3388162352" sldId="261"/>
            <ac:spMk id="63" creationId="{9AA72BD9-2C5A-4EDC-931F-5AA08EACA0F3}"/>
          </ac:spMkLst>
        </pc:spChg>
        <pc:spChg chg="add del">
          <ac:chgData name="Niket Shah" userId="92ecded0c44668af" providerId="LiveId" clId="{B8077597-D927-4E10-AAB6-6A1D6F00BA72}" dt="2024-12-12T10:54:12.916" v="813" actId="26606"/>
          <ac:spMkLst>
            <pc:docMk/>
            <pc:sldMk cId="3388162352" sldId="261"/>
            <ac:spMk id="64" creationId="{8A6DB0E6-E65F-4229-A5A0-2500203B6CC3}"/>
          </ac:spMkLst>
        </pc:spChg>
        <pc:spChg chg="add del">
          <ac:chgData name="Niket Shah" userId="92ecded0c44668af" providerId="LiveId" clId="{B8077597-D927-4E10-AAB6-6A1D6F00BA72}" dt="2024-12-12T10:54:12.916" v="813" actId="26606"/>
          <ac:spMkLst>
            <pc:docMk/>
            <pc:sldMk cId="3388162352" sldId="261"/>
            <ac:spMk id="65" creationId="{55D4142C-5077-457F-A6AD-3FECFDB39685}"/>
          </ac:spMkLst>
        </pc:spChg>
        <pc:spChg chg="add del">
          <ac:chgData name="Niket Shah" userId="92ecded0c44668af" providerId="LiveId" clId="{B8077597-D927-4E10-AAB6-6A1D6F00BA72}" dt="2024-12-12T10:54:12.916" v="813" actId="26606"/>
          <ac:spMkLst>
            <pc:docMk/>
            <pc:sldMk cId="3388162352" sldId="261"/>
            <ac:spMk id="66" creationId="{7A5F0580-5EE9-419F-96EE-B6529EF6E7D0}"/>
          </ac:spMkLst>
        </pc:spChg>
        <pc:spChg chg="add del">
          <ac:chgData name="Niket Shah" userId="92ecded0c44668af" providerId="LiveId" clId="{B8077597-D927-4E10-AAB6-6A1D6F00BA72}" dt="2024-12-12T10:56:03.680" v="846" actId="26606"/>
          <ac:spMkLst>
            <pc:docMk/>
            <pc:sldMk cId="3388162352" sldId="261"/>
            <ac:spMk id="67" creationId="{632B59AC-0160-4F1D-934F-B7D8B6AE44A1}"/>
          </ac:spMkLst>
        </pc:spChg>
        <pc:spChg chg="add del">
          <ac:chgData name="Niket Shah" userId="92ecded0c44668af" providerId="LiveId" clId="{B8077597-D927-4E10-AAB6-6A1D6F00BA72}" dt="2024-12-12T10:54:19.725" v="815" actId="26606"/>
          <ac:spMkLst>
            <pc:docMk/>
            <pc:sldMk cId="3388162352" sldId="261"/>
            <ac:spMk id="68" creationId="{9F27744B-47AB-4459-8C2F-1D5EE63A3E09}"/>
          </ac:spMkLst>
        </pc:spChg>
        <pc:spChg chg="add del">
          <ac:chgData name="Niket Shah" userId="92ecded0c44668af" providerId="LiveId" clId="{B8077597-D927-4E10-AAB6-6A1D6F00BA72}" dt="2024-12-12T10:54:19.725" v="815" actId="26606"/>
          <ac:spMkLst>
            <pc:docMk/>
            <pc:sldMk cId="3388162352" sldId="261"/>
            <ac:spMk id="69" creationId="{7D266DCC-5218-4AE0-B964-6FC2EA3BDF21}"/>
          </ac:spMkLst>
        </pc:spChg>
        <pc:spChg chg="add del">
          <ac:chgData name="Niket Shah" userId="92ecded0c44668af" providerId="LiveId" clId="{B8077597-D927-4E10-AAB6-6A1D6F00BA72}" dt="2024-12-12T10:54:19.725" v="815" actId="26606"/>
          <ac:spMkLst>
            <pc:docMk/>
            <pc:sldMk cId="3388162352" sldId="261"/>
            <ac:spMk id="70" creationId="{973DE4F1-1583-4AE3-9696-9659D27C5F66}"/>
          </ac:spMkLst>
        </pc:spChg>
        <pc:spChg chg="add del">
          <ac:chgData name="Niket Shah" userId="92ecded0c44668af" providerId="LiveId" clId="{B8077597-D927-4E10-AAB6-6A1D6F00BA72}" dt="2024-12-12T10:54:19.725" v="815" actId="26606"/>
          <ac:spMkLst>
            <pc:docMk/>
            <pc:sldMk cId="3388162352" sldId="261"/>
            <ac:spMk id="71" creationId="{D6297641-8B9F-4767-9606-8A11313227BF}"/>
          </ac:spMkLst>
        </pc:spChg>
        <pc:spChg chg="add del">
          <ac:chgData name="Niket Shah" userId="92ecded0c44668af" providerId="LiveId" clId="{B8077597-D927-4E10-AAB6-6A1D6F00BA72}" dt="2024-12-12T10:54:19.725" v="815" actId="26606"/>
          <ac:spMkLst>
            <pc:docMk/>
            <pc:sldMk cId="3388162352" sldId="261"/>
            <ac:spMk id="72" creationId="{FD3C8959-A2A1-469E-8619-82F077E33FE5}"/>
          </ac:spMkLst>
        </pc:spChg>
        <pc:spChg chg="add del">
          <ac:chgData name="Niket Shah" userId="92ecded0c44668af" providerId="LiveId" clId="{B8077597-D927-4E10-AAB6-6A1D6F00BA72}" dt="2024-12-12T10:56:32.408" v="853" actId="26606"/>
          <ac:spMkLst>
            <pc:docMk/>
            <pc:sldMk cId="3388162352" sldId="261"/>
            <ac:spMk id="73" creationId="{5DF40726-9B19-4165-9C26-757D16E19E23}"/>
          </ac:spMkLst>
        </pc:spChg>
        <pc:spChg chg="add del">
          <ac:chgData name="Niket Shah" userId="92ecded0c44668af" providerId="LiveId" clId="{B8077597-D927-4E10-AAB6-6A1D6F00BA72}" dt="2024-12-12T10:54:58.290" v="817" actId="26606"/>
          <ac:spMkLst>
            <pc:docMk/>
            <pc:sldMk cId="3388162352" sldId="261"/>
            <ac:spMk id="74" creationId="{69A38EBA-6E97-44A4-B4B8-D9FB5D33FD89}"/>
          </ac:spMkLst>
        </pc:spChg>
        <pc:spChg chg="add del">
          <ac:chgData name="Niket Shah" userId="92ecded0c44668af" providerId="LiveId" clId="{B8077597-D927-4E10-AAB6-6A1D6F00BA72}" dt="2024-12-12T10:54:58.290" v="817" actId="26606"/>
          <ac:spMkLst>
            <pc:docMk/>
            <pc:sldMk cId="3388162352" sldId="261"/>
            <ac:spMk id="75" creationId="{33AE4636-AEEC-45D6-84D4-7AC2DA48ECF8}"/>
          </ac:spMkLst>
        </pc:spChg>
        <pc:spChg chg="add del">
          <ac:chgData name="Niket Shah" userId="92ecded0c44668af" providerId="LiveId" clId="{B8077597-D927-4E10-AAB6-6A1D6F00BA72}" dt="2024-12-12T10:54:58.290" v="817" actId="26606"/>
          <ac:spMkLst>
            <pc:docMk/>
            <pc:sldMk cId="3388162352" sldId="261"/>
            <ac:spMk id="76" creationId="{8D9CE0F4-2EB2-4F1F-8AAC-DB3571D9FE10}"/>
          </ac:spMkLst>
        </pc:spChg>
        <pc:spChg chg="add del">
          <ac:chgData name="Niket Shah" userId="92ecded0c44668af" providerId="LiveId" clId="{B8077597-D927-4E10-AAB6-6A1D6F00BA72}" dt="2024-12-12T10:56:32.408" v="853" actId="26606"/>
          <ac:spMkLst>
            <pc:docMk/>
            <pc:sldMk cId="3388162352" sldId="261"/>
            <ac:spMk id="77" creationId="{2089CB41-F399-4AEB-980C-5BFB1049CBED}"/>
          </ac:spMkLst>
        </pc:spChg>
        <pc:spChg chg="add del">
          <ac:chgData name="Niket Shah" userId="92ecded0c44668af" providerId="LiveId" clId="{B8077597-D927-4E10-AAB6-6A1D6F00BA72}" dt="2024-12-12T10:55:20.182" v="834" actId="26606"/>
          <ac:spMkLst>
            <pc:docMk/>
            <pc:sldMk cId="3388162352" sldId="261"/>
            <ac:spMk id="78" creationId="{9F27744B-47AB-4459-8C2F-1D5EE63A3E09}"/>
          </ac:spMkLst>
        </pc:spChg>
        <pc:spChg chg="add del">
          <ac:chgData name="Niket Shah" userId="92ecded0c44668af" providerId="LiveId" clId="{B8077597-D927-4E10-AAB6-6A1D6F00BA72}" dt="2024-12-12T10:55:20.182" v="834" actId="26606"/>
          <ac:spMkLst>
            <pc:docMk/>
            <pc:sldMk cId="3388162352" sldId="261"/>
            <ac:spMk id="79" creationId="{7D266DCC-5218-4AE0-B964-6FC2EA3BDF21}"/>
          </ac:spMkLst>
        </pc:spChg>
        <pc:spChg chg="add del">
          <ac:chgData name="Niket Shah" userId="92ecded0c44668af" providerId="LiveId" clId="{B8077597-D927-4E10-AAB6-6A1D6F00BA72}" dt="2024-12-12T10:55:20.182" v="834" actId="26606"/>
          <ac:spMkLst>
            <pc:docMk/>
            <pc:sldMk cId="3388162352" sldId="261"/>
            <ac:spMk id="80" creationId="{973DE4F1-1583-4AE3-9696-9659D27C5F66}"/>
          </ac:spMkLst>
        </pc:spChg>
        <pc:spChg chg="add del">
          <ac:chgData name="Niket Shah" userId="92ecded0c44668af" providerId="LiveId" clId="{B8077597-D927-4E10-AAB6-6A1D6F00BA72}" dt="2024-12-12T10:55:20.182" v="834" actId="26606"/>
          <ac:spMkLst>
            <pc:docMk/>
            <pc:sldMk cId="3388162352" sldId="261"/>
            <ac:spMk id="81" creationId="{D6297641-8B9F-4767-9606-8A11313227BF}"/>
          </ac:spMkLst>
        </pc:spChg>
        <pc:spChg chg="add del">
          <ac:chgData name="Niket Shah" userId="92ecded0c44668af" providerId="LiveId" clId="{B8077597-D927-4E10-AAB6-6A1D6F00BA72}" dt="2024-12-12T10:55:20.182" v="834" actId="26606"/>
          <ac:spMkLst>
            <pc:docMk/>
            <pc:sldMk cId="3388162352" sldId="261"/>
            <ac:spMk id="82" creationId="{FD3C8959-A2A1-469E-8619-82F077E33FE5}"/>
          </ac:spMkLst>
        </pc:spChg>
        <pc:spChg chg="add del">
          <ac:chgData name="Niket Shah" userId="92ecded0c44668af" providerId="LiveId" clId="{B8077597-D927-4E10-AAB6-6A1D6F00BA72}" dt="2024-12-12T10:56:32.408" v="853" actId="26606"/>
          <ac:spMkLst>
            <pc:docMk/>
            <pc:sldMk cId="3388162352" sldId="261"/>
            <ac:spMk id="83" creationId="{1BFC967B-3DD6-463D-9DB9-6E4419AE0DAA}"/>
          </ac:spMkLst>
        </pc:spChg>
        <pc:spChg chg="add">
          <ac:chgData name="Niket Shah" userId="92ecded0c44668af" providerId="LiveId" clId="{B8077597-D927-4E10-AAB6-6A1D6F00BA72}" dt="2024-12-12T11:05:49.345" v="885"/>
          <ac:spMkLst>
            <pc:docMk/>
            <pc:sldMk cId="3388162352" sldId="261"/>
            <ac:spMk id="84" creationId="{5CB96BCE-D4D4-B5A7-19A5-7082DC324498}"/>
          </ac:spMkLst>
        </pc:spChg>
        <pc:spChg chg="add mod">
          <ac:chgData name="Niket Shah" userId="92ecded0c44668af" providerId="LiveId" clId="{B8077597-D927-4E10-AAB6-6A1D6F00BA72}" dt="2024-12-12T11:06:06.123" v="889"/>
          <ac:spMkLst>
            <pc:docMk/>
            <pc:sldMk cId="3388162352" sldId="261"/>
            <ac:spMk id="85" creationId="{8ABB1B16-2A99-4F2A-5253-283B23DE63B2}"/>
          </ac:spMkLst>
        </pc:spChg>
        <pc:spChg chg="add mod">
          <ac:chgData name="Niket Shah" userId="92ecded0c44668af" providerId="LiveId" clId="{B8077597-D927-4E10-AAB6-6A1D6F00BA72}" dt="2024-12-12T11:06:05.292" v="888"/>
          <ac:spMkLst>
            <pc:docMk/>
            <pc:sldMk cId="3388162352" sldId="261"/>
            <ac:spMk id="86" creationId="{5EA882AC-A6A1-E686-B4F4-C910F9BFC80E}"/>
          </ac:spMkLst>
        </pc:spChg>
        <pc:spChg chg="add mod">
          <ac:chgData name="Niket Shah" userId="92ecded0c44668af" providerId="LiveId" clId="{B8077597-D927-4E10-AAB6-6A1D6F00BA72}" dt="2024-12-12T11:06:21.495" v="899"/>
          <ac:spMkLst>
            <pc:docMk/>
            <pc:sldMk cId="3388162352" sldId="261"/>
            <ac:spMk id="87" creationId="{54CF4ACB-1B31-C0E4-4D36-5BAF0DF141F6}"/>
          </ac:spMkLst>
        </pc:spChg>
        <pc:spChg chg="add del">
          <ac:chgData name="Niket Shah" userId="92ecded0c44668af" providerId="LiveId" clId="{B8077597-D927-4E10-AAB6-6A1D6F00BA72}" dt="2024-12-12T10:56:28.679" v="850" actId="26606"/>
          <ac:spMkLst>
            <pc:docMk/>
            <pc:sldMk cId="3388162352" sldId="261"/>
            <ac:spMk id="88" creationId="{1ECAB1E8-8195-4748-BE71-FF806D86892E}"/>
          </ac:spMkLst>
        </pc:spChg>
        <pc:spChg chg="add">
          <ac:chgData name="Niket Shah" userId="92ecded0c44668af" providerId="LiveId" clId="{B8077597-D927-4E10-AAB6-6A1D6F00BA72}" dt="2024-12-12T11:06:36.360" v="903"/>
          <ac:spMkLst>
            <pc:docMk/>
            <pc:sldMk cId="3388162352" sldId="261"/>
            <ac:spMk id="89" creationId="{63611C60-81D8-46D0-0F93-85B7BF94BA09}"/>
          </ac:spMkLst>
        </pc:spChg>
        <pc:spChg chg="add del">
          <ac:chgData name="Niket Shah" userId="92ecded0c44668af" providerId="LiveId" clId="{B8077597-D927-4E10-AAB6-6A1D6F00BA72}" dt="2024-12-12T10:56:28.679" v="850" actId="26606"/>
          <ac:spMkLst>
            <pc:docMk/>
            <pc:sldMk cId="3388162352" sldId="261"/>
            <ac:spMk id="90" creationId="{57F6BDD4-E066-4008-8011-6CC31AEB4556}"/>
          </ac:spMkLst>
        </pc:spChg>
        <pc:spChg chg="add">
          <ac:chgData name="Niket Shah" userId="92ecded0c44668af" providerId="LiveId" clId="{B8077597-D927-4E10-AAB6-6A1D6F00BA72}" dt="2024-12-12T11:06:59.794" v="905"/>
          <ac:spMkLst>
            <pc:docMk/>
            <pc:sldMk cId="3388162352" sldId="261"/>
            <ac:spMk id="91" creationId="{13E9A3B8-082A-B663-51F2-8A1DAA3874DE}"/>
          </ac:spMkLst>
        </pc:spChg>
        <pc:spChg chg="add del">
          <ac:chgData name="Niket Shah" userId="92ecded0c44668af" providerId="LiveId" clId="{B8077597-D927-4E10-AAB6-6A1D6F00BA72}" dt="2024-12-12T10:56:28.679" v="850" actId="26606"/>
          <ac:spMkLst>
            <pc:docMk/>
            <pc:sldMk cId="3388162352" sldId="261"/>
            <ac:spMk id="92" creationId="{2711A8FB-68FC-45FC-B01E-38F809E2D439}"/>
          </ac:spMkLst>
        </pc:spChg>
        <pc:spChg chg="add del mod">
          <ac:chgData name="Niket Shah" userId="92ecded0c44668af" providerId="LiveId" clId="{B8077597-D927-4E10-AAB6-6A1D6F00BA72}" dt="2024-12-12T11:07:43.231" v="911" actId="478"/>
          <ac:spMkLst>
            <pc:docMk/>
            <pc:sldMk cId="3388162352" sldId="261"/>
            <ac:spMk id="93" creationId="{DB91F609-2719-BDCE-37B2-4CC1D01D48D2}"/>
          </ac:spMkLst>
        </pc:spChg>
        <pc:spChg chg="add del">
          <ac:chgData name="Niket Shah" userId="92ecded0c44668af" providerId="LiveId" clId="{B8077597-D927-4E10-AAB6-6A1D6F00BA72}" dt="2024-12-12T10:56:28.679" v="850" actId="26606"/>
          <ac:spMkLst>
            <pc:docMk/>
            <pc:sldMk cId="3388162352" sldId="261"/>
            <ac:spMk id="94" creationId="{2A865FE3-5FC9-4049-87CF-30019C46C0F5}"/>
          </ac:spMkLst>
        </pc:spChg>
        <pc:spChg chg="add">
          <ac:chgData name="Niket Shah" userId="92ecded0c44668af" providerId="LiveId" clId="{B8077597-D927-4E10-AAB6-6A1D6F00BA72}" dt="2024-12-12T11:08:06.065" v="915"/>
          <ac:spMkLst>
            <pc:docMk/>
            <pc:sldMk cId="3388162352" sldId="261"/>
            <ac:spMk id="95" creationId="{88B98D62-1A11-552D-B354-02254F19FAB9}"/>
          </ac:spMkLst>
        </pc:spChg>
        <pc:spChg chg="add del">
          <ac:chgData name="Niket Shah" userId="92ecded0c44668af" providerId="LiveId" clId="{B8077597-D927-4E10-AAB6-6A1D6F00BA72}" dt="2024-12-12T10:56:32.393" v="852" actId="26606"/>
          <ac:spMkLst>
            <pc:docMk/>
            <pc:sldMk cId="3388162352" sldId="261"/>
            <ac:spMk id="96" creationId="{E0C28A69-9B26-45AC-AFF7-719A7A50A092}"/>
          </ac:spMkLst>
        </pc:spChg>
        <pc:spChg chg="add del">
          <ac:chgData name="Niket Shah" userId="92ecded0c44668af" providerId="LiveId" clId="{B8077597-D927-4E10-AAB6-6A1D6F00BA72}" dt="2024-12-12T10:56:32.393" v="852" actId="26606"/>
          <ac:spMkLst>
            <pc:docMk/>
            <pc:sldMk cId="3388162352" sldId="261"/>
            <ac:spMk id="97" creationId="{33AE4636-AEEC-45D6-84D4-7AC2DA48ECF8}"/>
          </ac:spMkLst>
        </pc:spChg>
        <pc:spChg chg="add del">
          <ac:chgData name="Niket Shah" userId="92ecded0c44668af" providerId="LiveId" clId="{B8077597-D927-4E10-AAB6-6A1D6F00BA72}" dt="2024-12-12T10:56:32.393" v="852" actId="26606"/>
          <ac:spMkLst>
            <pc:docMk/>
            <pc:sldMk cId="3388162352" sldId="261"/>
            <ac:spMk id="98" creationId="{8D9CE0F4-2EB2-4F1F-8AAC-DB3571D9FE10}"/>
          </ac:spMkLst>
        </pc:spChg>
        <pc:spChg chg="add del mod">
          <ac:chgData name="Niket Shah" userId="92ecded0c44668af" providerId="LiveId" clId="{B8077597-D927-4E10-AAB6-6A1D6F00BA72}" dt="2024-12-12T11:08:20.376" v="920" actId="478"/>
          <ac:spMkLst>
            <pc:docMk/>
            <pc:sldMk cId="3388162352" sldId="261"/>
            <ac:spMk id="99" creationId="{ACD15764-A971-3BB1-70B7-4FD7112F6019}"/>
          </ac:spMkLst>
        </pc:spChg>
        <pc:spChg chg="add del">
          <ac:chgData name="Niket Shah" userId="92ecded0c44668af" providerId="LiveId" clId="{B8077597-D927-4E10-AAB6-6A1D6F00BA72}" dt="2024-12-12T11:00:41.667" v="878" actId="26606"/>
          <ac:spMkLst>
            <pc:docMk/>
            <pc:sldMk cId="3388162352" sldId="261"/>
            <ac:spMk id="100" creationId="{0288C6B4-AFC3-407F-A595-EFFD38D4CCAF}"/>
          </ac:spMkLst>
        </pc:spChg>
        <pc:spChg chg="add del">
          <ac:chgData name="Niket Shah" userId="92ecded0c44668af" providerId="LiveId" clId="{B8077597-D927-4E10-AAB6-6A1D6F00BA72}" dt="2024-12-12T11:00:41.667" v="878" actId="26606"/>
          <ac:spMkLst>
            <pc:docMk/>
            <pc:sldMk cId="3388162352" sldId="261"/>
            <ac:spMk id="101" creationId="{CF236821-17FE-429B-8D2C-08E13A64EA40}"/>
          </ac:spMkLst>
        </pc:spChg>
        <pc:spChg chg="add del">
          <ac:chgData name="Niket Shah" userId="92ecded0c44668af" providerId="LiveId" clId="{B8077597-D927-4E10-AAB6-6A1D6F00BA72}" dt="2024-12-12T11:00:41.667" v="878" actId="26606"/>
          <ac:spMkLst>
            <pc:docMk/>
            <pc:sldMk cId="3388162352" sldId="261"/>
            <ac:spMk id="102" creationId="{C0BDBCD2-E081-43AB-9119-C55465E59757}"/>
          </ac:spMkLst>
        </pc:spChg>
        <pc:spChg chg="add del">
          <ac:chgData name="Niket Shah" userId="92ecded0c44668af" providerId="LiveId" clId="{B8077597-D927-4E10-AAB6-6A1D6F00BA72}" dt="2024-12-12T11:00:41.667" v="878" actId="26606"/>
          <ac:spMkLst>
            <pc:docMk/>
            <pc:sldMk cId="3388162352" sldId="261"/>
            <ac:spMk id="103" creationId="{98E79BE4-34FE-485A-98A5-92CE8F7C4743}"/>
          </ac:spMkLst>
        </pc:spChg>
        <pc:spChg chg="add del">
          <ac:chgData name="Niket Shah" userId="92ecded0c44668af" providerId="LiveId" clId="{B8077597-D927-4E10-AAB6-6A1D6F00BA72}" dt="2024-12-12T11:00:41.667" v="878" actId="26606"/>
          <ac:spMkLst>
            <pc:docMk/>
            <pc:sldMk cId="3388162352" sldId="261"/>
            <ac:spMk id="104" creationId="{7A5F0580-5EE9-419F-96EE-B6529EF6E7D0}"/>
          </ac:spMkLst>
        </pc:spChg>
        <pc:spChg chg="add del">
          <ac:chgData name="Niket Shah" userId="92ecded0c44668af" providerId="LiveId" clId="{B8077597-D927-4E10-AAB6-6A1D6F00BA72}" dt="2024-12-12T11:00:54.402" v="880" actId="26606"/>
          <ac:spMkLst>
            <pc:docMk/>
            <pc:sldMk cId="3388162352" sldId="261"/>
            <ac:spMk id="109" creationId="{2C9A9DA9-7DC8-488B-A882-123947B0F3D9}"/>
          </ac:spMkLst>
        </pc:spChg>
        <pc:spChg chg="add del">
          <ac:chgData name="Niket Shah" userId="92ecded0c44668af" providerId="LiveId" clId="{B8077597-D927-4E10-AAB6-6A1D6F00BA72}" dt="2024-12-12T11:00:54.402" v="880" actId="26606"/>
          <ac:spMkLst>
            <pc:docMk/>
            <pc:sldMk cId="3388162352" sldId="261"/>
            <ac:spMk id="111" creationId="{57F6BDD4-E066-4008-8011-6CC31AEB4556}"/>
          </ac:spMkLst>
        </pc:spChg>
        <pc:spChg chg="add del">
          <ac:chgData name="Niket Shah" userId="92ecded0c44668af" providerId="LiveId" clId="{B8077597-D927-4E10-AAB6-6A1D6F00BA72}" dt="2024-12-12T11:00:54.402" v="880" actId="26606"/>
          <ac:spMkLst>
            <pc:docMk/>
            <pc:sldMk cId="3388162352" sldId="261"/>
            <ac:spMk id="113" creationId="{2711A8FB-68FC-45FC-B01E-38F809E2D439}"/>
          </ac:spMkLst>
        </pc:spChg>
        <pc:spChg chg="add del">
          <ac:chgData name="Niket Shah" userId="92ecded0c44668af" providerId="LiveId" clId="{B8077597-D927-4E10-AAB6-6A1D6F00BA72}" dt="2024-12-12T11:00:54.402" v="880" actId="26606"/>
          <ac:spMkLst>
            <pc:docMk/>
            <pc:sldMk cId="3388162352" sldId="261"/>
            <ac:spMk id="115" creationId="{2A865FE3-5FC9-4049-87CF-30019C46C0F5}"/>
          </ac:spMkLst>
        </pc:spChg>
        <pc:spChg chg="add del">
          <ac:chgData name="Niket Shah" userId="92ecded0c44668af" providerId="LiveId" clId="{B8077597-D927-4E10-AAB6-6A1D6F00BA72}" dt="2024-12-12T17:29:47.590" v="1484"/>
          <ac:spMkLst>
            <pc:docMk/>
            <pc:sldMk cId="3388162352" sldId="261"/>
            <ac:spMk id="120" creationId="{5DF40726-9B19-4165-9C26-757D16E19E23}"/>
          </ac:spMkLst>
        </pc:spChg>
        <pc:spChg chg="add del">
          <ac:chgData name="Niket Shah" userId="92ecded0c44668af" providerId="LiveId" clId="{B8077597-D927-4E10-AAB6-6A1D6F00BA72}" dt="2024-12-12T17:29:47.590" v="1484"/>
          <ac:spMkLst>
            <pc:docMk/>
            <pc:sldMk cId="3388162352" sldId="261"/>
            <ac:spMk id="122" creationId="{2089CB41-F399-4AEB-980C-5BFB1049CBED}"/>
          </ac:spMkLst>
        </pc:spChg>
        <pc:spChg chg="add del">
          <ac:chgData name="Niket Shah" userId="92ecded0c44668af" providerId="LiveId" clId="{B8077597-D927-4E10-AAB6-6A1D6F00BA72}" dt="2024-12-12T17:29:47.590" v="1484"/>
          <ac:spMkLst>
            <pc:docMk/>
            <pc:sldMk cId="3388162352" sldId="261"/>
            <ac:spMk id="124" creationId="{1BFC967B-3DD6-463D-9DB9-6E4419AE0DAA}"/>
          </ac:spMkLst>
        </pc:spChg>
        <pc:picChg chg="add mod ord">
          <ac:chgData name="Niket Shah" userId="92ecded0c44668af" providerId="LiveId" clId="{B8077597-D927-4E10-AAB6-6A1D6F00BA72}" dt="2024-12-12T11:08:49.920" v="922" actId="14100"/>
          <ac:picMkLst>
            <pc:docMk/>
            <pc:sldMk cId="3388162352" sldId="261"/>
            <ac:picMk id="5" creationId="{102DD2DC-D251-F9D8-F9E1-F01B90C54802}"/>
          </ac:picMkLst>
        </pc:picChg>
        <pc:picChg chg="add del mod">
          <ac:chgData name="Niket Shah" userId="92ecded0c44668af" providerId="LiveId" clId="{B8077597-D927-4E10-AAB6-6A1D6F00BA72}" dt="2024-12-12T10:59:51.061" v="872" actId="478"/>
          <ac:picMkLst>
            <pc:docMk/>
            <pc:sldMk cId="3388162352" sldId="261"/>
            <ac:picMk id="6" creationId="{AC67A223-A5FC-AC2A-AFD7-83F6144C4774}"/>
          </ac:picMkLst>
        </pc:picChg>
      </pc:sldChg>
      <pc:sldChg chg="addSp delSp modSp add mod setBg delDesignElem">
        <pc:chgData name="Niket Shah" userId="92ecded0c44668af" providerId="LiveId" clId="{B8077597-D927-4E10-AAB6-6A1D6F00BA72}" dt="2024-12-12T19:26:16.384" v="2528" actId="2711"/>
        <pc:sldMkLst>
          <pc:docMk/>
          <pc:sldMk cId="218901332" sldId="262"/>
        </pc:sldMkLst>
        <pc:spChg chg="mod">
          <ac:chgData name="Niket Shah" userId="92ecded0c44668af" providerId="LiveId" clId="{B8077597-D927-4E10-AAB6-6A1D6F00BA72}" dt="2024-12-12T19:26:16.384" v="2528" actId="2711"/>
          <ac:spMkLst>
            <pc:docMk/>
            <pc:sldMk cId="218901332" sldId="262"/>
            <ac:spMk id="2" creationId="{EEA2E693-C10C-4814-8EFC-0D46EA35325C}"/>
          </ac:spMkLst>
        </pc:spChg>
        <pc:spChg chg="add del mod">
          <ac:chgData name="Niket Shah" userId="92ecded0c44668af" providerId="LiveId" clId="{B8077597-D927-4E10-AAB6-6A1D6F00BA72}" dt="2024-12-12T10:34:59.745" v="702" actId="26606"/>
          <ac:spMkLst>
            <pc:docMk/>
            <pc:sldMk cId="218901332" sldId="262"/>
            <ac:spMk id="3" creationId="{98F5CCC1-5F31-CF9F-EAEF-1ACF944A3A5F}"/>
          </ac:spMkLst>
        </pc:spChg>
        <pc:spChg chg="add del">
          <ac:chgData name="Niket Shah" userId="92ecded0c44668af" providerId="LiveId" clId="{B8077597-D927-4E10-AAB6-6A1D6F00BA72}" dt="2024-12-12T10:34:47.415" v="697" actId="26606"/>
          <ac:spMkLst>
            <pc:docMk/>
            <pc:sldMk cId="218901332" sldId="262"/>
            <ac:spMk id="9" creationId="{AFF8D2E5-2C4E-47B1-930B-6C82B7C31331}"/>
          </ac:spMkLst>
        </pc:spChg>
        <pc:spChg chg="add del">
          <ac:chgData name="Niket Shah" userId="92ecded0c44668af" providerId="LiveId" clId="{B8077597-D927-4E10-AAB6-6A1D6F00BA72}" dt="2024-12-12T10:34:47.415" v="697" actId="26606"/>
          <ac:spMkLst>
            <pc:docMk/>
            <pc:sldMk cId="218901332" sldId="262"/>
            <ac:spMk id="11" creationId="{801E4ADA-0EA9-4930-846E-3C11E8BED6DD}"/>
          </ac:spMkLst>
        </pc:spChg>
        <pc:spChg chg="add del">
          <ac:chgData name="Niket Shah" userId="92ecded0c44668af" providerId="LiveId" clId="{B8077597-D927-4E10-AAB6-6A1D6F00BA72}" dt="2024-12-12T10:34:47.415" v="697" actId="26606"/>
          <ac:spMkLst>
            <pc:docMk/>
            <pc:sldMk cId="218901332" sldId="262"/>
            <ac:spMk id="13" creationId="{FB92FFCE-0C90-454E-AA25-D4EE9A6C39C5}"/>
          </ac:spMkLst>
        </pc:spChg>
        <pc:spChg chg="add del">
          <ac:chgData name="Niket Shah" userId="92ecded0c44668af" providerId="LiveId" clId="{B8077597-D927-4E10-AAB6-6A1D6F00BA72}" dt="2024-12-12T10:34:53.558" v="699" actId="26606"/>
          <ac:spMkLst>
            <pc:docMk/>
            <pc:sldMk cId="218901332" sldId="262"/>
            <ac:spMk id="15" creationId="{8380AD67-C5CA-4918-B4BB-C359BB03EEDD}"/>
          </ac:spMkLst>
        </pc:spChg>
        <pc:spChg chg="add del">
          <ac:chgData name="Niket Shah" userId="92ecded0c44668af" providerId="LiveId" clId="{B8077597-D927-4E10-AAB6-6A1D6F00BA72}" dt="2024-12-12T10:34:53.558" v="699" actId="26606"/>
          <ac:spMkLst>
            <pc:docMk/>
            <pc:sldMk cId="218901332" sldId="262"/>
            <ac:spMk id="17" creationId="{EABAD4DA-87BA-4F70-9EF0-45C6BCF17823}"/>
          </ac:spMkLst>
        </pc:spChg>
        <pc:spChg chg="add del">
          <ac:chgData name="Niket Shah" userId="92ecded0c44668af" providerId="LiveId" clId="{B8077597-D927-4E10-AAB6-6A1D6F00BA72}" dt="2024-12-12T10:34:53.558" v="699" actId="26606"/>
          <ac:spMkLst>
            <pc:docMk/>
            <pc:sldMk cId="218901332" sldId="262"/>
            <ac:spMk id="18" creationId="{915128D9-2797-47FA-B6FE-EC24E6B8437A}"/>
          </ac:spMkLst>
        </pc:spChg>
        <pc:spChg chg="add del">
          <ac:chgData name="Niket Shah" userId="92ecded0c44668af" providerId="LiveId" clId="{B8077597-D927-4E10-AAB6-6A1D6F00BA72}" dt="2024-12-12T10:34:53.558" v="699" actId="26606"/>
          <ac:spMkLst>
            <pc:docMk/>
            <pc:sldMk cId="218901332" sldId="262"/>
            <ac:spMk id="19" creationId="{98F5CCC1-5F31-CF9F-EAEF-1ACF944A3A5F}"/>
          </ac:spMkLst>
        </pc:spChg>
        <pc:spChg chg="add del">
          <ac:chgData name="Niket Shah" userId="92ecded0c44668af" providerId="LiveId" clId="{B8077597-D927-4E10-AAB6-6A1D6F00BA72}" dt="2024-12-12T10:34:59.682" v="701" actId="26606"/>
          <ac:spMkLst>
            <pc:docMk/>
            <pc:sldMk cId="218901332" sldId="262"/>
            <ac:spMk id="21" creationId="{53B021B3-DE93-4AB7-8A18-CF5F1CED88B8}"/>
          </ac:spMkLst>
        </pc:spChg>
        <pc:spChg chg="add del">
          <ac:chgData name="Niket Shah" userId="92ecded0c44668af" providerId="LiveId" clId="{B8077597-D927-4E10-AAB6-6A1D6F00BA72}" dt="2024-12-12T10:34:59.682" v="701" actId="26606"/>
          <ac:spMkLst>
            <pc:docMk/>
            <pc:sldMk cId="218901332" sldId="262"/>
            <ac:spMk id="22" creationId="{52D502E5-F6B4-4D58-B4AE-FC466FF15EE8}"/>
          </ac:spMkLst>
        </pc:spChg>
        <pc:spChg chg="add del">
          <ac:chgData name="Niket Shah" userId="92ecded0c44668af" providerId="LiveId" clId="{B8077597-D927-4E10-AAB6-6A1D6F00BA72}" dt="2024-12-12T10:34:59.682" v="701" actId="26606"/>
          <ac:spMkLst>
            <pc:docMk/>
            <pc:sldMk cId="218901332" sldId="262"/>
            <ac:spMk id="23" creationId="{9DECDBF4-02B6-4BB4-B65B-B8107AD6A9E8}"/>
          </ac:spMkLst>
        </pc:spChg>
        <pc:spChg chg="add del">
          <ac:chgData name="Niket Shah" userId="92ecded0c44668af" providerId="LiveId" clId="{B8077597-D927-4E10-AAB6-6A1D6F00BA72}" dt="2024-12-12T10:59:19.959" v="868" actId="26606"/>
          <ac:spMkLst>
            <pc:docMk/>
            <pc:sldMk cId="218901332" sldId="262"/>
            <ac:spMk id="26" creationId="{AFF8D2E5-2C4E-47B1-930B-6C82B7C31331}"/>
          </ac:spMkLst>
        </pc:spChg>
        <pc:spChg chg="add del">
          <ac:chgData name="Niket Shah" userId="92ecded0c44668af" providerId="LiveId" clId="{B8077597-D927-4E10-AAB6-6A1D6F00BA72}" dt="2024-12-12T10:59:19.959" v="868" actId="26606"/>
          <ac:spMkLst>
            <pc:docMk/>
            <pc:sldMk cId="218901332" sldId="262"/>
            <ac:spMk id="27" creationId="{801E4ADA-0EA9-4930-846E-3C11E8BED6DD}"/>
          </ac:spMkLst>
        </pc:spChg>
        <pc:spChg chg="add del">
          <ac:chgData name="Niket Shah" userId="92ecded0c44668af" providerId="LiveId" clId="{B8077597-D927-4E10-AAB6-6A1D6F00BA72}" dt="2024-12-12T10:59:19.959" v="868" actId="26606"/>
          <ac:spMkLst>
            <pc:docMk/>
            <pc:sldMk cId="218901332" sldId="262"/>
            <ac:spMk id="28" creationId="{FB92FFCE-0C90-454E-AA25-D4EE9A6C39C5}"/>
          </ac:spMkLst>
        </pc:spChg>
        <pc:spChg chg="add del">
          <ac:chgData name="Niket Shah" userId="92ecded0c44668af" providerId="LiveId" clId="{B8077597-D927-4E10-AAB6-6A1D6F00BA72}" dt="2024-12-12T17:29:47.590" v="1484"/>
          <ac:spMkLst>
            <pc:docMk/>
            <pc:sldMk cId="218901332" sldId="262"/>
            <ac:spMk id="34" creationId="{81E1224E-6618-482E-BE87-321A7FC1CDE8}"/>
          </ac:spMkLst>
        </pc:spChg>
        <pc:spChg chg="add del">
          <ac:chgData name="Niket Shah" userId="92ecded0c44668af" providerId="LiveId" clId="{B8077597-D927-4E10-AAB6-6A1D6F00BA72}" dt="2024-12-12T17:29:47.590" v="1484"/>
          <ac:spMkLst>
            <pc:docMk/>
            <pc:sldMk cId="218901332" sldId="262"/>
            <ac:spMk id="36" creationId="{066346BE-FDB4-4772-A696-0719490ABD64}"/>
          </ac:spMkLst>
        </pc:spChg>
        <pc:spChg chg="add del">
          <ac:chgData name="Niket Shah" userId="92ecded0c44668af" providerId="LiveId" clId="{B8077597-D927-4E10-AAB6-6A1D6F00BA72}" dt="2024-12-12T17:29:47.590" v="1484"/>
          <ac:spMkLst>
            <pc:docMk/>
            <pc:sldMk cId="218901332" sldId="262"/>
            <ac:spMk id="38" creationId="{FB92FFCE-0C90-454E-AA25-D4EE9A6C39C5}"/>
          </ac:spMkLst>
        </pc:spChg>
        <pc:graphicFrameChg chg="add del">
          <ac:chgData name="Niket Shah" userId="92ecded0c44668af" providerId="LiveId" clId="{B8077597-D927-4E10-AAB6-6A1D6F00BA72}" dt="2024-12-12T10:34:47.415" v="697" actId="26606"/>
          <ac:graphicFrameMkLst>
            <pc:docMk/>
            <pc:sldMk cId="218901332" sldId="262"/>
            <ac:graphicFrameMk id="5" creationId="{62BA137F-B28B-2A50-1DAF-BF1CA0F23B72}"/>
          </ac:graphicFrameMkLst>
        </pc:graphicFrameChg>
        <pc:graphicFrameChg chg="add del">
          <ac:chgData name="Niket Shah" userId="92ecded0c44668af" providerId="LiveId" clId="{B8077597-D927-4E10-AAB6-6A1D6F00BA72}" dt="2024-12-12T10:34:59.682" v="701" actId="26606"/>
          <ac:graphicFrameMkLst>
            <pc:docMk/>
            <pc:sldMk cId="218901332" sldId="262"/>
            <ac:graphicFrameMk id="24" creationId="{A02AEF58-C07C-5688-A19B-63C2A4921C95}"/>
          </ac:graphicFrameMkLst>
        </pc:graphicFrameChg>
        <pc:graphicFrameChg chg="add mod ord modGraphic">
          <ac:chgData name="Niket Shah" userId="92ecded0c44668af" providerId="LiveId" clId="{B8077597-D927-4E10-AAB6-6A1D6F00BA72}" dt="2024-12-12T19:26:07.740" v="2527" actId="255"/>
          <ac:graphicFrameMkLst>
            <pc:docMk/>
            <pc:sldMk cId="218901332" sldId="262"/>
            <ac:graphicFrameMk id="29" creationId="{62BA137F-B28B-2A50-1DAF-BF1CA0F23B72}"/>
          </ac:graphicFrameMkLst>
        </pc:graphicFrameChg>
        <pc:picChg chg="add mod">
          <ac:chgData name="Niket Shah" userId="92ecded0c44668af" providerId="LiveId" clId="{B8077597-D927-4E10-AAB6-6A1D6F00BA72}" dt="2024-12-12T10:59:25.608" v="870" actId="962"/>
          <ac:picMkLst>
            <pc:docMk/>
            <pc:sldMk cId="218901332" sldId="262"/>
            <ac:picMk id="4" creationId="{C0F4D95D-0FB1-78D4-D8E6-88099459CA2A}"/>
          </ac:picMkLst>
        </pc:picChg>
        <pc:picChg chg="add del">
          <ac:chgData name="Niket Shah" userId="92ecded0c44668af" providerId="LiveId" clId="{B8077597-D927-4E10-AAB6-6A1D6F00BA72}" dt="2024-12-12T10:34:53.558" v="699" actId="26606"/>
          <ac:picMkLst>
            <pc:docMk/>
            <pc:sldMk cId="218901332" sldId="262"/>
            <ac:picMk id="16" creationId="{95289E4C-7AD4-77BA-9967-EAAD74E673DF}"/>
          </ac:picMkLst>
        </pc:picChg>
      </pc:sldChg>
      <pc:sldChg chg="addSp delSp modSp new mod">
        <pc:chgData name="Niket Shah" userId="92ecded0c44668af" providerId="LiveId" clId="{B8077597-D927-4E10-AAB6-6A1D6F00BA72}" dt="2024-12-12T19:26:59.321" v="2532" actId="255"/>
        <pc:sldMkLst>
          <pc:docMk/>
          <pc:sldMk cId="3850090833" sldId="263"/>
        </pc:sldMkLst>
        <pc:spChg chg="add del mod">
          <ac:chgData name="Niket Shah" userId="92ecded0c44668af" providerId="LiveId" clId="{B8077597-D927-4E10-AAB6-6A1D6F00BA72}" dt="2024-12-12T09:38:17.452" v="421" actId="478"/>
          <ac:spMkLst>
            <pc:docMk/>
            <pc:sldMk cId="3850090833" sldId="263"/>
            <ac:spMk id="2" creationId="{E2CFC753-F52F-2E87-B3B4-E95BB81B7407}"/>
          </ac:spMkLst>
        </pc:spChg>
        <pc:spChg chg="add mod">
          <ac:chgData name="Niket Shah" userId="92ecded0c44668af" providerId="LiveId" clId="{B8077597-D927-4E10-AAB6-6A1D6F00BA72}" dt="2024-12-12T10:13:07.060" v="575" actId="207"/>
          <ac:spMkLst>
            <pc:docMk/>
            <pc:sldMk cId="3850090833" sldId="263"/>
            <ac:spMk id="4" creationId="{691D12C2-9833-EB50-FBBD-41C734352075}"/>
          </ac:spMkLst>
        </pc:spChg>
        <pc:spChg chg="add del mod">
          <ac:chgData name="Niket Shah" userId="92ecded0c44668af" providerId="LiveId" clId="{B8077597-D927-4E10-AAB6-6A1D6F00BA72}" dt="2024-12-12T10:10:29.188" v="555" actId="26606"/>
          <ac:spMkLst>
            <pc:docMk/>
            <pc:sldMk cId="3850090833" sldId="263"/>
            <ac:spMk id="7" creationId="{B7DC47BD-F71B-8986-C41E-60F4AC237713}"/>
          </ac:spMkLst>
        </pc:spChg>
        <pc:spChg chg="add del mod">
          <ac:chgData name="Niket Shah" userId="92ecded0c44668af" providerId="LiveId" clId="{B8077597-D927-4E10-AAB6-6A1D6F00BA72}" dt="2024-12-12T10:20:28.060" v="609" actId="478"/>
          <ac:spMkLst>
            <pc:docMk/>
            <pc:sldMk cId="3850090833" sldId="263"/>
            <ac:spMk id="20" creationId="{8048F63F-2A37-5BBB-CFED-A26839CF81CF}"/>
          </ac:spMkLst>
        </pc:spChg>
        <pc:spChg chg="add mod">
          <ac:chgData name="Niket Shah" userId="92ecded0c44668af" providerId="LiveId" clId="{B8077597-D927-4E10-AAB6-6A1D6F00BA72}" dt="2024-12-12T10:25:31.923" v="660" actId="20577"/>
          <ac:spMkLst>
            <pc:docMk/>
            <pc:sldMk cId="3850090833" sldId="263"/>
            <ac:spMk id="21" creationId="{623C2624-E8C6-B7AC-FA71-551A9FEC119A}"/>
          </ac:spMkLst>
        </pc:spChg>
        <pc:graphicFrameChg chg="add del mod modGraphic">
          <ac:chgData name="Niket Shah" userId="92ecded0c44668af" providerId="LiveId" clId="{B8077597-D927-4E10-AAB6-6A1D6F00BA72}" dt="2024-12-12T09:38:45.484" v="423" actId="478"/>
          <ac:graphicFrameMkLst>
            <pc:docMk/>
            <pc:sldMk cId="3850090833" sldId="263"/>
            <ac:graphicFrameMk id="3" creationId="{6F6C5242-19EC-E6E3-A9D0-9920BFFAB38F}"/>
          </ac:graphicFrameMkLst>
        </pc:graphicFrameChg>
        <pc:graphicFrameChg chg="add mod modGraphic">
          <ac:chgData name="Niket Shah" userId="92ecded0c44668af" providerId="LiveId" clId="{B8077597-D927-4E10-AAB6-6A1D6F00BA72}" dt="2024-12-12T10:16:27.636" v="600" actId="1076"/>
          <ac:graphicFrameMkLst>
            <pc:docMk/>
            <pc:sldMk cId="3850090833" sldId="263"/>
            <ac:graphicFrameMk id="8" creationId="{5A1A312B-23DE-0004-FA04-D507070B9F37}"/>
          </ac:graphicFrameMkLst>
        </pc:graphicFrameChg>
        <pc:graphicFrameChg chg="add mod ord">
          <ac:chgData name="Niket Shah" userId="92ecded0c44668af" providerId="LiveId" clId="{B8077597-D927-4E10-AAB6-6A1D6F00BA72}" dt="2024-12-12T19:26:59.321" v="2532" actId="255"/>
          <ac:graphicFrameMkLst>
            <pc:docMk/>
            <pc:sldMk cId="3850090833" sldId="263"/>
            <ac:graphicFrameMk id="18" creationId="{88D7738B-AA5E-0585-FBF3-1352063DF2AE}"/>
          </ac:graphicFrameMkLst>
        </pc:graphicFrameChg>
        <pc:picChg chg="add del mod">
          <ac:chgData name="Niket Shah" userId="92ecded0c44668af" providerId="LiveId" clId="{B8077597-D927-4E10-AAB6-6A1D6F00BA72}" dt="2024-12-12T09:38:19.922" v="422" actId="478"/>
          <ac:picMkLst>
            <pc:docMk/>
            <pc:sldMk cId="3850090833" sldId="263"/>
            <ac:picMk id="5" creationId="{6D23233B-BDBF-2658-2EAC-9705F5F1F755}"/>
          </ac:picMkLst>
        </pc:picChg>
        <pc:picChg chg="add mod">
          <ac:chgData name="Niket Shah" userId="92ecded0c44668af" providerId="LiveId" clId="{B8077597-D927-4E10-AAB6-6A1D6F00BA72}" dt="2024-12-12T10:01:58.631" v="527" actId="1076"/>
          <ac:picMkLst>
            <pc:docMk/>
            <pc:sldMk cId="3850090833" sldId="263"/>
            <ac:picMk id="6" creationId="{4B9686A6-4CED-29A9-E973-DFEF9A847E15}"/>
          </ac:picMkLst>
        </pc:picChg>
        <pc:picChg chg="add mod">
          <ac:chgData name="Niket Shah" userId="92ecded0c44668af" providerId="LiveId" clId="{B8077597-D927-4E10-AAB6-6A1D6F00BA72}" dt="2024-12-12T10:16:18.103" v="599" actId="1076"/>
          <ac:picMkLst>
            <pc:docMk/>
            <pc:sldMk cId="3850090833" sldId="263"/>
            <ac:picMk id="10" creationId="{8A07C3C5-399F-4A2E-B65A-DFA97933BBD3}"/>
          </ac:picMkLst>
        </pc:picChg>
        <pc:picChg chg="add del mod">
          <ac:chgData name="Niket Shah" userId="92ecded0c44668af" providerId="LiveId" clId="{B8077597-D927-4E10-AAB6-6A1D6F00BA72}" dt="2024-12-12T10:08:54.241" v="537" actId="478"/>
          <ac:picMkLst>
            <pc:docMk/>
            <pc:sldMk cId="3850090833" sldId="263"/>
            <ac:picMk id="12" creationId="{BF0F5650-80A3-0151-5ACD-5F526F568219}"/>
          </ac:picMkLst>
        </pc:picChg>
        <pc:picChg chg="add del mod">
          <ac:chgData name="Niket Shah" userId="92ecded0c44668af" providerId="LiveId" clId="{B8077597-D927-4E10-AAB6-6A1D6F00BA72}" dt="2024-12-12T10:09:02.671" v="543" actId="478"/>
          <ac:picMkLst>
            <pc:docMk/>
            <pc:sldMk cId="3850090833" sldId="263"/>
            <ac:picMk id="14" creationId="{6508728B-A5D6-A5FC-F4DD-DC0BE5CCECDA}"/>
          </ac:picMkLst>
        </pc:picChg>
        <pc:picChg chg="add del mod ord">
          <ac:chgData name="Niket Shah" userId="92ecded0c44668af" providerId="LiveId" clId="{B8077597-D927-4E10-AAB6-6A1D6F00BA72}" dt="2024-12-12T10:13:09.809" v="576" actId="478"/>
          <ac:picMkLst>
            <pc:docMk/>
            <pc:sldMk cId="3850090833" sldId="263"/>
            <ac:picMk id="16" creationId="{F5C6E34E-7280-1F86-02A5-25AF19977AC3}"/>
          </ac:picMkLst>
        </pc:picChg>
        <pc:picChg chg="add mod ord">
          <ac:chgData name="Niket Shah" userId="92ecded0c44668af" providerId="LiveId" clId="{B8077597-D927-4E10-AAB6-6A1D6F00BA72}" dt="2024-12-12T10:17:32.547" v="605" actId="1035"/>
          <ac:picMkLst>
            <pc:docMk/>
            <pc:sldMk cId="3850090833" sldId="263"/>
            <ac:picMk id="19" creationId="{6F848F0D-CD55-09E1-5029-9E71C84EB421}"/>
          </ac:picMkLst>
        </pc:picChg>
      </pc:sldChg>
      <pc:sldChg chg="addSp delSp modSp new mod setBg">
        <pc:chgData name="Niket Shah" userId="92ecded0c44668af" providerId="LiveId" clId="{B8077597-D927-4E10-AAB6-6A1D6F00BA72}" dt="2024-12-12T11:37:27.331" v="990" actId="14100"/>
        <pc:sldMkLst>
          <pc:docMk/>
          <pc:sldMk cId="3729540424" sldId="264"/>
        </pc:sldMkLst>
        <pc:spChg chg="del">
          <ac:chgData name="Niket Shah" userId="92ecded0c44668af" providerId="LiveId" clId="{B8077597-D927-4E10-AAB6-6A1D6F00BA72}" dt="2024-12-12T11:19:12.837" v="926" actId="478"/>
          <ac:spMkLst>
            <pc:docMk/>
            <pc:sldMk cId="3729540424" sldId="264"/>
            <ac:spMk id="2" creationId="{87838959-2871-C13A-23A2-216A13263E35}"/>
          </ac:spMkLst>
        </pc:spChg>
        <pc:spChg chg="del">
          <ac:chgData name="Niket Shah" userId="92ecded0c44668af" providerId="LiveId" clId="{B8077597-D927-4E10-AAB6-6A1D6F00BA72}" dt="2024-12-12T11:19:25.456" v="928" actId="478"/>
          <ac:spMkLst>
            <pc:docMk/>
            <pc:sldMk cId="3729540424" sldId="264"/>
            <ac:spMk id="3" creationId="{4AAB4FB8-17C6-747B-9259-7A29FFDD09CC}"/>
          </ac:spMkLst>
        </pc:spChg>
        <pc:spChg chg="add del">
          <ac:chgData name="Niket Shah" userId="92ecded0c44668af" providerId="LiveId" clId="{B8077597-D927-4E10-AAB6-6A1D6F00BA72}" dt="2024-12-12T11:24:02.584" v="937" actId="26606"/>
          <ac:spMkLst>
            <pc:docMk/>
            <pc:sldMk cId="3729540424" sldId="264"/>
            <ac:spMk id="11" creationId="{69E6EFEE-6516-482C-B143-F97F9BF89D0E}"/>
          </ac:spMkLst>
        </pc:spChg>
        <pc:spChg chg="add del">
          <ac:chgData name="Niket Shah" userId="92ecded0c44668af" providerId="LiveId" clId="{B8077597-D927-4E10-AAB6-6A1D6F00BA72}" dt="2024-12-12T11:24:02.584" v="937" actId="26606"/>
          <ac:spMkLst>
            <pc:docMk/>
            <pc:sldMk cId="3729540424" sldId="264"/>
            <ac:spMk id="13" creationId="{3DF0D2C0-CD0C-470C-8851-D8B2CC417CB9}"/>
          </ac:spMkLst>
        </pc:spChg>
        <pc:spChg chg="add del">
          <ac:chgData name="Niket Shah" userId="92ecded0c44668af" providerId="LiveId" clId="{B8077597-D927-4E10-AAB6-6A1D6F00BA72}" dt="2024-12-12T11:24:04.318" v="939" actId="26606"/>
          <ac:spMkLst>
            <pc:docMk/>
            <pc:sldMk cId="3729540424" sldId="264"/>
            <ac:spMk id="15" creationId="{3ABF1881-5AFD-48F9-979A-19EE2FE30A33}"/>
          </ac:spMkLst>
        </pc:spChg>
        <pc:spChg chg="add del">
          <ac:chgData name="Niket Shah" userId="92ecded0c44668af" providerId="LiveId" clId="{B8077597-D927-4E10-AAB6-6A1D6F00BA72}" dt="2024-12-12T11:24:04.318" v="939" actId="26606"/>
          <ac:spMkLst>
            <pc:docMk/>
            <pc:sldMk cId="3729540424" sldId="264"/>
            <ac:spMk id="16" creationId="{726908CC-6AC4-4222-8250-B90B6072E8AC}"/>
          </ac:spMkLst>
        </pc:spChg>
        <pc:spChg chg="add del">
          <ac:chgData name="Niket Shah" userId="92ecded0c44668af" providerId="LiveId" clId="{B8077597-D927-4E10-AAB6-6A1D6F00BA72}" dt="2024-12-12T11:24:04.318" v="939" actId="26606"/>
          <ac:spMkLst>
            <pc:docMk/>
            <pc:sldMk cId="3729540424" sldId="264"/>
            <ac:spMk id="17" creationId="{F2F606D8-696E-4B76-BB10-43672AA1475A}"/>
          </ac:spMkLst>
        </pc:spChg>
        <pc:spChg chg="add del">
          <ac:chgData name="Niket Shah" userId="92ecded0c44668af" providerId="LiveId" clId="{B8077597-D927-4E10-AAB6-6A1D6F00BA72}" dt="2024-12-12T11:24:10.634" v="941" actId="26606"/>
          <ac:spMkLst>
            <pc:docMk/>
            <pc:sldMk cId="3729540424" sldId="264"/>
            <ac:spMk id="19" creationId="{C83A5C14-ED91-4CD1-809E-D29FF97C9AF5}"/>
          </ac:spMkLst>
        </pc:spChg>
        <pc:spChg chg="add del">
          <ac:chgData name="Niket Shah" userId="92ecded0c44668af" providerId="LiveId" clId="{B8077597-D927-4E10-AAB6-6A1D6F00BA72}" dt="2024-12-12T11:24:10.634" v="941" actId="26606"/>
          <ac:spMkLst>
            <pc:docMk/>
            <pc:sldMk cId="3729540424" sldId="264"/>
            <ac:spMk id="20" creationId="{56065185-5C34-4F86-AA96-AA4D065B0EF4}"/>
          </ac:spMkLst>
        </pc:spChg>
        <pc:graphicFrameChg chg="add del mod">
          <ac:chgData name="Niket Shah" userId="92ecded0c44668af" providerId="LiveId" clId="{B8077597-D927-4E10-AAB6-6A1D6F00BA72}" dt="2024-12-12T11:23:55.425" v="932" actId="478"/>
          <ac:graphicFrameMkLst>
            <pc:docMk/>
            <pc:sldMk cId="3729540424" sldId="264"/>
            <ac:graphicFrameMk id="4" creationId="{6B4DDEFA-A31E-4E97-93F5-924133D77F33}"/>
          </ac:graphicFrameMkLst>
        </pc:graphicFrameChg>
        <pc:picChg chg="add del mod">
          <ac:chgData name="Niket Shah" userId="92ecded0c44668af" providerId="LiveId" clId="{B8077597-D927-4E10-AAB6-6A1D6F00BA72}" dt="2024-12-12T11:26:24.170" v="951" actId="478"/>
          <ac:picMkLst>
            <pc:docMk/>
            <pc:sldMk cId="3729540424" sldId="264"/>
            <ac:picMk id="6" creationId="{87D2B1EF-C812-F0AF-FDAA-C8134EA760AC}"/>
          </ac:picMkLst>
        </pc:picChg>
        <pc:picChg chg="add del mod">
          <ac:chgData name="Niket Shah" userId="92ecded0c44668af" providerId="LiveId" clId="{B8077597-D927-4E10-AAB6-6A1D6F00BA72}" dt="2024-12-12T11:35:09.432" v="965" actId="478"/>
          <ac:picMkLst>
            <pc:docMk/>
            <pc:sldMk cId="3729540424" sldId="264"/>
            <ac:picMk id="8" creationId="{0D1721C0-DB9D-AE5B-B99A-3A4C012FF087}"/>
          </ac:picMkLst>
        </pc:picChg>
        <pc:picChg chg="add mod">
          <ac:chgData name="Niket Shah" userId="92ecded0c44668af" providerId="LiveId" clId="{B8077597-D927-4E10-AAB6-6A1D6F00BA72}" dt="2024-12-12T11:35:50.690" v="979" actId="14100"/>
          <ac:picMkLst>
            <pc:docMk/>
            <pc:sldMk cId="3729540424" sldId="264"/>
            <ac:picMk id="10" creationId="{2CE58FF7-F1D9-7177-76D1-241A6ED8503D}"/>
          </ac:picMkLst>
        </pc:picChg>
        <pc:picChg chg="add mod">
          <ac:chgData name="Niket Shah" userId="92ecded0c44668af" providerId="LiveId" clId="{B8077597-D927-4E10-AAB6-6A1D6F00BA72}" dt="2024-12-12T11:37:27.331" v="990" actId="14100"/>
          <ac:picMkLst>
            <pc:docMk/>
            <pc:sldMk cId="3729540424" sldId="264"/>
            <ac:picMk id="12" creationId="{B8805307-7932-E6F1-5A4D-73D9AA228CCF}"/>
          </ac:picMkLst>
        </pc:picChg>
      </pc:sldChg>
      <pc:sldChg chg="addSp delSp modSp new mod setBg delDesignElem chgLayout">
        <pc:chgData name="Niket Shah" userId="92ecded0c44668af" providerId="LiveId" clId="{B8077597-D927-4E10-AAB6-6A1D6F00BA72}" dt="2024-12-12T19:24:24.326" v="2511" actId="26606"/>
        <pc:sldMkLst>
          <pc:docMk/>
          <pc:sldMk cId="2592902637" sldId="265"/>
        </pc:sldMkLst>
        <pc:spChg chg="del">
          <ac:chgData name="Niket Shah" userId="92ecded0c44668af" providerId="LiveId" clId="{B8077597-D927-4E10-AAB6-6A1D6F00BA72}" dt="2024-12-12T11:36:11.179" v="983" actId="6264"/>
          <ac:spMkLst>
            <pc:docMk/>
            <pc:sldMk cId="2592902637" sldId="265"/>
            <ac:spMk id="2" creationId="{827FAAEA-E8EC-8E56-CFDE-1DA05D49A8A0}"/>
          </ac:spMkLst>
        </pc:spChg>
        <pc:spChg chg="del">
          <ac:chgData name="Niket Shah" userId="92ecded0c44668af" providerId="LiveId" clId="{B8077597-D927-4E10-AAB6-6A1D6F00BA72}" dt="2024-12-12T11:36:11.179" v="983" actId="6264"/>
          <ac:spMkLst>
            <pc:docMk/>
            <pc:sldMk cId="2592902637" sldId="265"/>
            <ac:spMk id="3" creationId="{B031E85F-16C7-A2FA-4C51-BC717DEB7790}"/>
          </ac:spMkLst>
        </pc:spChg>
        <pc:spChg chg="add del mod ord">
          <ac:chgData name="Niket Shah" userId="92ecded0c44668af" providerId="LiveId" clId="{B8077597-D927-4E10-AAB6-6A1D6F00BA72}" dt="2024-12-12T11:36:16.608" v="984" actId="700"/>
          <ac:spMkLst>
            <pc:docMk/>
            <pc:sldMk cId="2592902637" sldId="265"/>
            <ac:spMk id="4" creationId="{97C19F6C-4B85-E85F-7DAC-FAFE7DD43B19}"/>
          </ac:spMkLst>
        </pc:spChg>
        <pc:spChg chg="add del mod ord">
          <ac:chgData name="Niket Shah" userId="92ecded0c44668af" providerId="LiveId" clId="{B8077597-D927-4E10-AAB6-6A1D6F00BA72}" dt="2024-12-12T11:36:16.608" v="984" actId="700"/>
          <ac:spMkLst>
            <pc:docMk/>
            <pc:sldMk cId="2592902637" sldId="265"/>
            <ac:spMk id="5" creationId="{6DB06A13-5A58-11F2-0620-B03D92A690D3}"/>
          </ac:spMkLst>
        </pc:spChg>
        <pc:spChg chg="add mod ord">
          <ac:chgData name="Niket Shah" userId="92ecded0c44668af" providerId="LiveId" clId="{B8077597-D927-4E10-AAB6-6A1D6F00BA72}" dt="2024-12-12T16:26:44.153" v="1196" actId="26606"/>
          <ac:spMkLst>
            <pc:docMk/>
            <pc:sldMk cId="2592902637" sldId="265"/>
            <ac:spMk id="6" creationId="{9E3F19AB-5E33-9E2D-A25A-63B81D1B39ED}"/>
          </ac:spMkLst>
        </pc:spChg>
        <pc:spChg chg="add del mod ord">
          <ac:chgData name="Niket Shah" userId="92ecded0c44668af" providerId="LiveId" clId="{B8077597-D927-4E10-AAB6-6A1D6F00BA72}" dt="2024-12-12T16:10:25.985" v="1099" actId="26606"/>
          <ac:spMkLst>
            <pc:docMk/>
            <pc:sldMk cId="2592902637" sldId="265"/>
            <ac:spMk id="7" creationId="{70887005-9BE8-4B10-5907-1ECEF224F63E}"/>
          </ac:spMkLst>
        </pc:spChg>
        <pc:spChg chg="add del">
          <ac:chgData name="Niket Shah" userId="92ecded0c44668af" providerId="LiveId" clId="{B8077597-D927-4E10-AAB6-6A1D6F00BA72}" dt="2024-12-12T19:24:24.326" v="2511" actId="26606"/>
          <ac:spMkLst>
            <pc:docMk/>
            <pc:sldMk cId="2592902637" sldId="265"/>
            <ac:spMk id="14" creationId="{0288C6B4-AFC3-407F-A595-EFFD38D4CCAF}"/>
          </ac:spMkLst>
        </pc:spChg>
        <pc:spChg chg="add del">
          <ac:chgData name="Niket Shah" userId="92ecded0c44668af" providerId="LiveId" clId="{B8077597-D927-4E10-AAB6-6A1D6F00BA72}" dt="2024-12-12T19:24:24.326" v="2511" actId="26606"/>
          <ac:spMkLst>
            <pc:docMk/>
            <pc:sldMk cId="2592902637" sldId="265"/>
            <ac:spMk id="15" creationId="{CF236821-17FE-429B-8D2C-08E13A64EA40}"/>
          </ac:spMkLst>
        </pc:spChg>
        <pc:spChg chg="add del">
          <ac:chgData name="Niket Shah" userId="92ecded0c44668af" providerId="LiveId" clId="{B8077597-D927-4E10-AAB6-6A1D6F00BA72}" dt="2024-12-12T19:24:24.326" v="2511" actId="26606"/>
          <ac:spMkLst>
            <pc:docMk/>
            <pc:sldMk cId="2592902637" sldId="265"/>
            <ac:spMk id="16" creationId="{C0BDBCD2-E081-43AB-9119-C55465E59757}"/>
          </ac:spMkLst>
        </pc:spChg>
        <pc:spChg chg="add del">
          <ac:chgData name="Niket Shah" userId="92ecded0c44668af" providerId="LiveId" clId="{B8077597-D927-4E10-AAB6-6A1D6F00BA72}" dt="2024-12-12T16:15:19.522" v="1139" actId="26606"/>
          <ac:spMkLst>
            <pc:docMk/>
            <pc:sldMk cId="2592902637" sldId="265"/>
            <ac:spMk id="17" creationId="{0B9EE3F3-89B7-43C3-8651-C4C96830993D}"/>
          </ac:spMkLst>
        </pc:spChg>
        <pc:spChg chg="add del">
          <ac:chgData name="Niket Shah" userId="92ecded0c44668af" providerId="LiveId" clId="{B8077597-D927-4E10-AAB6-6A1D6F00BA72}" dt="2024-12-12T16:15:19.522" v="1139" actId="26606"/>
          <ac:spMkLst>
            <pc:docMk/>
            <pc:sldMk cId="2592902637" sldId="265"/>
            <ac:spMk id="19" creationId="{33AE4636-AEEC-45D6-84D4-7AC2DA48ECF8}"/>
          </ac:spMkLst>
        </pc:spChg>
        <pc:spChg chg="add del">
          <ac:chgData name="Niket Shah" userId="92ecded0c44668af" providerId="LiveId" clId="{B8077597-D927-4E10-AAB6-6A1D6F00BA72}" dt="2024-12-12T16:15:19.522" v="1139" actId="26606"/>
          <ac:spMkLst>
            <pc:docMk/>
            <pc:sldMk cId="2592902637" sldId="265"/>
            <ac:spMk id="21" creationId="{8D9CE0F4-2EB2-4F1F-8AAC-DB3571D9FE10}"/>
          </ac:spMkLst>
        </pc:spChg>
        <pc:spChg chg="add del">
          <ac:chgData name="Niket Shah" userId="92ecded0c44668af" providerId="LiveId" clId="{B8077597-D927-4E10-AAB6-6A1D6F00BA72}" dt="2024-12-12T19:24:24.326" v="2511" actId="26606"/>
          <ac:spMkLst>
            <pc:docMk/>
            <pc:sldMk cId="2592902637" sldId="265"/>
            <ac:spMk id="23" creationId="{98E79BE4-34FE-485A-98A5-92CE8F7C4743}"/>
          </ac:spMkLst>
        </pc:spChg>
        <pc:spChg chg="add del">
          <ac:chgData name="Niket Shah" userId="92ecded0c44668af" providerId="LiveId" clId="{B8077597-D927-4E10-AAB6-6A1D6F00BA72}" dt="2024-12-12T19:24:24.326" v="2511" actId="26606"/>
          <ac:spMkLst>
            <pc:docMk/>
            <pc:sldMk cId="2592902637" sldId="265"/>
            <ac:spMk id="25" creationId="{7A5F0580-5EE9-419F-96EE-B6529EF6E7D0}"/>
          </ac:spMkLst>
        </pc:spChg>
        <pc:spChg chg="add del">
          <ac:chgData name="Niket Shah" userId="92ecded0c44668af" providerId="LiveId" clId="{B8077597-D927-4E10-AAB6-6A1D6F00BA72}" dt="2024-12-12T16:15:01.850" v="1125" actId="26606"/>
          <ac:spMkLst>
            <pc:docMk/>
            <pc:sldMk cId="2592902637" sldId="265"/>
            <ac:spMk id="26" creationId="{0B9EE3F3-89B7-43C3-8651-C4C96830993D}"/>
          </ac:spMkLst>
        </pc:spChg>
        <pc:spChg chg="add del">
          <ac:chgData name="Niket Shah" userId="92ecded0c44668af" providerId="LiveId" clId="{B8077597-D927-4E10-AAB6-6A1D6F00BA72}" dt="2024-12-12T16:25:59.205" v="1184" actId="26606"/>
          <ac:spMkLst>
            <pc:docMk/>
            <pc:sldMk cId="2592902637" sldId="265"/>
            <ac:spMk id="27" creationId="{5DF40726-9B19-4165-9C26-757D16E19E23}"/>
          </ac:spMkLst>
        </pc:spChg>
        <pc:spChg chg="add del">
          <ac:chgData name="Niket Shah" userId="92ecded0c44668af" providerId="LiveId" clId="{B8077597-D927-4E10-AAB6-6A1D6F00BA72}" dt="2024-12-12T16:15:01.850" v="1125" actId="26606"/>
          <ac:spMkLst>
            <pc:docMk/>
            <pc:sldMk cId="2592902637" sldId="265"/>
            <ac:spMk id="28" creationId="{33AE4636-AEEC-45D6-84D4-7AC2DA48ECF8}"/>
          </ac:spMkLst>
        </pc:spChg>
        <pc:spChg chg="add del">
          <ac:chgData name="Niket Shah" userId="92ecded0c44668af" providerId="LiveId" clId="{B8077597-D927-4E10-AAB6-6A1D6F00BA72}" dt="2024-12-12T16:25:59.205" v="1184" actId="26606"/>
          <ac:spMkLst>
            <pc:docMk/>
            <pc:sldMk cId="2592902637" sldId="265"/>
            <ac:spMk id="29" creationId="{2089CB41-F399-4AEB-980C-5BFB1049CBED}"/>
          </ac:spMkLst>
        </pc:spChg>
        <pc:spChg chg="add del">
          <ac:chgData name="Niket Shah" userId="92ecded0c44668af" providerId="LiveId" clId="{B8077597-D927-4E10-AAB6-6A1D6F00BA72}" dt="2024-12-12T16:15:01.850" v="1125" actId="26606"/>
          <ac:spMkLst>
            <pc:docMk/>
            <pc:sldMk cId="2592902637" sldId="265"/>
            <ac:spMk id="30" creationId="{8D9CE0F4-2EB2-4F1F-8AAC-DB3571D9FE10}"/>
          </ac:spMkLst>
        </pc:spChg>
        <pc:spChg chg="add del">
          <ac:chgData name="Niket Shah" userId="92ecded0c44668af" providerId="LiveId" clId="{B8077597-D927-4E10-AAB6-6A1D6F00BA72}" dt="2024-12-12T16:25:59.205" v="1184" actId="26606"/>
          <ac:spMkLst>
            <pc:docMk/>
            <pc:sldMk cId="2592902637" sldId="265"/>
            <ac:spMk id="31" creationId="{1BFC967B-3DD6-463D-9DB9-6E4419AE0DAA}"/>
          </ac:spMkLst>
        </pc:spChg>
        <pc:spChg chg="add del">
          <ac:chgData name="Niket Shah" userId="92ecded0c44668af" providerId="LiveId" clId="{B8077597-D927-4E10-AAB6-6A1D6F00BA72}" dt="2024-12-12T16:15:05.908" v="1127" actId="26606"/>
          <ac:spMkLst>
            <pc:docMk/>
            <pc:sldMk cId="2592902637" sldId="265"/>
            <ac:spMk id="32" creationId="{F94AA2BD-2E3F-4B1D-8127-5744B8115311}"/>
          </ac:spMkLst>
        </pc:spChg>
        <pc:spChg chg="add del">
          <ac:chgData name="Niket Shah" userId="92ecded0c44668af" providerId="LiveId" clId="{B8077597-D927-4E10-AAB6-6A1D6F00BA72}" dt="2024-12-12T16:15:05.908" v="1127" actId="26606"/>
          <ac:spMkLst>
            <pc:docMk/>
            <pc:sldMk cId="2592902637" sldId="265"/>
            <ac:spMk id="33" creationId="{4BD02261-2DC8-4AA8-9E16-7751AE892445}"/>
          </ac:spMkLst>
        </pc:spChg>
        <pc:spChg chg="add del">
          <ac:chgData name="Niket Shah" userId="92ecded0c44668af" providerId="LiveId" clId="{B8077597-D927-4E10-AAB6-6A1D6F00BA72}" dt="2024-12-12T16:15:05.908" v="1127" actId="26606"/>
          <ac:spMkLst>
            <pc:docMk/>
            <pc:sldMk cId="2592902637" sldId="265"/>
            <ac:spMk id="34" creationId="{3D752CF2-2291-40B5-B462-C17B174C10BC}"/>
          </ac:spMkLst>
        </pc:spChg>
        <pc:spChg chg="add del">
          <ac:chgData name="Niket Shah" userId="92ecded0c44668af" providerId="LiveId" clId="{B8077597-D927-4E10-AAB6-6A1D6F00BA72}" dt="2024-12-12T16:26:07.066" v="1186" actId="26606"/>
          <ac:spMkLst>
            <pc:docMk/>
            <pc:sldMk cId="2592902637" sldId="265"/>
            <ac:spMk id="35" creationId="{5C9B446A-6343-4E56-90BA-061E4DDF0FFB}"/>
          </ac:spMkLst>
        </pc:spChg>
        <pc:spChg chg="add del">
          <ac:chgData name="Niket Shah" userId="92ecded0c44668af" providerId="LiveId" clId="{B8077597-D927-4E10-AAB6-6A1D6F00BA72}" dt="2024-12-12T16:15:10.558" v="1129" actId="26606"/>
          <ac:spMkLst>
            <pc:docMk/>
            <pc:sldMk cId="2592902637" sldId="265"/>
            <ac:spMk id="36" creationId="{0B9EE3F3-89B7-43C3-8651-C4C96830993D}"/>
          </ac:spMkLst>
        </pc:spChg>
        <pc:spChg chg="add del">
          <ac:chgData name="Niket Shah" userId="92ecded0c44668af" providerId="LiveId" clId="{B8077597-D927-4E10-AAB6-6A1D6F00BA72}" dt="2024-12-12T16:15:10.558" v="1129" actId="26606"/>
          <ac:spMkLst>
            <pc:docMk/>
            <pc:sldMk cId="2592902637" sldId="265"/>
            <ac:spMk id="37" creationId="{33AE4636-AEEC-45D6-84D4-7AC2DA48ECF8}"/>
          </ac:spMkLst>
        </pc:spChg>
        <pc:spChg chg="add del">
          <ac:chgData name="Niket Shah" userId="92ecded0c44668af" providerId="LiveId" clId="{B8077597-D927-4E10-AAB6-6A1D6F00BA72}" dt="2024-12-12T16:15:10.558" v="1129" actId="26606"/>
          <ac:spMkLst>
            <pc:docMk/>
            <pc:sldMk cId="2592902637" sldId="265"/>
            <ac:spMk id="38" creationId="{8D9CE0F4-2EB2-4F1F-8AAC-DB3571D9FE10}"/>
          </ac:spMkLst>
        </pc:spChg>
        <pc:spChg chg="add del">
          <ac:chgData name="Niket Shah" userId="92ecded0c44668af" providerId="LiveId" clId="{B8077597-D927-4E10-AAB6-6A1D6F00BA72}" dt="2024-12-12T16:26:07.066" v="1186" actId="26606"/>
          <ac:spMkLst>
            <pc:docMk/>
            <pc:sldMk cId="2592902637" sldId="265"/>
            <ac:spMk id="39" creationId="{3EC72A1B-03D3-499C-B4BF-AC68EEC22B10}"/>
          </ac:spMkLst>
        </pc:spChg>
        <pc:spChg chg="add del">
          <ac:chgData name="Niket Shah" userId="92ecded0c44668af" providerId="LiveId" clId="{B8077597-D927-4E10-AAB6-6A1D6F00BA72}" dt="2024-12-12T16:26:07.066" v="1186" actId="26606"/>
          <ac:spMkLst>
            <pc:docMk/>
            <pc:sldMk cId="2592902637" sldId="265"/>
            <ac:spMk id="40" creationId="{216322C2-3CF0-4D33-BF90-3F384CF6D232}"/>
          </ac:spMkLst>
        </pc:spChg>
        <pc:spChg chg="add del">
          <ac:chgData name="Niket Shah" userId="92ecded0c44668af" providerId="LiveId" clId="{B8077597-D927-4E10-AAB6-6A1D6F00BA72}" dt="2024-12-12T16:26:07.066" v="1186" actId="26606"/>
          <ac:spMkLst>
            <pc:docMk/>
            <pc:sldMk cId="2592902637" sldId="265"/>
            <ac:spMk id="41" creationId="{55D4142C-5077-457F-A6AD-3FECFDB39685}"/>
          </ac:spMkLst>
        </pc:spChg>
        <pc:spChg chg="add del">
          <ac:chgData name="Niket Shah" userId="92ecded0c44668af" providerId="LiveId" clId="{B8077597-D927-4E10-AAB6-6A1D6F00BA72}" dt="2024-12-12T16:26:07.066" v="1186" actId="26606"/>
          <ac:spMkLst>
            <pc:docMk/>
            <pc:sldMk cId="2592902637" sldId="265"/>
            <ac:spMk id="42" creationId="{7A5F0580-5EE9-419F-96EE-B6529EF6E7D0}"/>
          </ac:spMkLst>
        </pc:spChg>
        <pc:spChg chg="add del">
          <ac:chgData name="Niket Shah" userId="92ecded0c44668af" providerId="LiveId" clId="{B8077597-D927-4E10-AAB6-6A1D6F00BA72}" dt="2024-12-12T19:24:24.326" v="2511" actId="26606"/>
          <ac:spMkLst>
            <pc:docMk/>
            <pc:sldMk cId="2592902637" sldId="265"/>
            <ac:spMk id="43" creationId="{0288C6B4-AFC3-407F-A595-EFFD38D4CCAF}"/>
          </ac:spMkLst>
        </pc:spChg>
        <pc:spChg chg="add del">
          <ac:chgData name="Niket Shah" userId="92ecded0c44668af" providerId="LiveId" clId="{B8077597-D927-4E10-AAB6-6A1D6F00BA72}" dt="2024-12-12T16:26:22.869" v="1188" actId="26606"/>
          <ac:spMkLst>
            <pc:docMk/>
            <pc:sldMk cId="2592902637" sldId="265"/>
            <ac:spMk id="44" creationId="{2C9A9DA9-7DC8-488B-A882-123947B0F3D9}"/>
          </ac:spMkLst>
        </pc:spChg>
        <pc:spChg chg="add del">
          <ac:chgData name="Niket Shah" userId="92ecded0c44668af" providerId="LiveId" clId="{B8077597-D927-4E10-AAB6-6A1D6F00BA72}" dt="2024-12-12T16:26:22.869" v="1188" actId="26606"/>
          <ac:spMkLst>
            <pc:docMk/>
            <pc:sldMk cId="2592902637" sldId="265"/>
            <ac:spMk id="45" creationId="{57F6BDD4-E066-4008-8011-6CC31AEB4556}"/>
          </ac:spMkLst>
        </pc:spChg>
        <pc:spChg chg="add del">
          <ac:chgData name="Niket Shah" userId="92ecded0c44668af" providerId="LiveId" clId="{B8077597-D927-4E10-AAB6-6A1D6F00BA72}" dt="2024-12-12T16:26:22.869" v="1188" actId="26606"/>
          <ac:spMkLst>
            <pc:docMk/>
            <pc:sldMk cId="2592902637" sldId="265"/>
            <ac:spMk id="46" creationId="{2711A8FB-68FC-45FC-B01E-38F809E2D439}"/>
          </ac:spMkLst>
        </pc:spChg>
        <pc:spChg chg="add del">
          <ac:chgData name="Niket Shah" userId="92ecded0c44668af" providerId="LiveId" clId="{B8077597-D927-4E10-AAB6-6A1D6F00BA72}" dt="2024-12-12T16:26:22.869" v="1188" actId="26606"/>
          <ac:spMkLst>
            <pc:docMk/>
            <pc:sldMk cId="2592902637" sldId="265"/>
            <ac:spMk id="47" creationId="{2A865FE3-5FC9-4049-87CF-30019C46C0F5}"/>
          </ac:spMkLst>
        </pc:spChg>
        <pc:spChg chg="add del">
          <ac:chgData name="Niket Shah" userId="92ecded0c44668af" providerId="LiveId" clId="{B8077597-D927-4E10-AAB6-6A1D6F00BA72}" dt="2024-12-12T19:24:24.326" v="2511" actId="26606"/>
          <ac:spMkLst>
            <pc:docMk/>
            <pc:sldMk cId="2592902637" sldId="265"/>
            <ac:spMk id="48" creationId="{CF236821-17FE-429B-8D2C-08E13A64EA40}"/>
          </ac:spMkLst>
        </pc:spChg>
        <pc:spChg chg="add del">
          <ac:chgData name="Niket Shah" userId="92ecded0c44668af" providerId="LiveId" clId="{B8077597-D927-4E10-AAB6-6A1D6F00BA72}" dt="2024-12-12T16:26:44.153" v="1196" actId="26606"/>
          <ac:spMkLst>
            <pc:docMk/>
            <pc:sldMk cId="2592902637" sldId="265"/>
            <ac:spMk id="49" creationId="{5C9B446A-6343-4E56-90BA-061E4DDF0FFB}"/>
          </ac:spMkLst>
        </pc:spChg>
        <pc:spChg chg="add del">
          <ac:chgData name="Niket Shah" userId="92ecded0c44668af" providerId="LiveId" clId="{B8077597-D927-4E10-AAB6-6A1D6F00BA72}" dt="2024-12-12T16:26:44.153" v="1196" actId="26606"/>
          <ac:spMkLst>
            <pc:docMk/>
            <pc:sldMk cId="2592902637" sldId="265"/>
            <ac:spMk id="50" creationId="{3EC72A1B-03D3-499C-B4BF-AC68EEC22B10}"/>
          </ac:spMkLst>
        </pc:spChg>
        <pc:spChg chg="add del">
          <ac:chgData name="Niket Shah" userId="92ecded0c44668af" providerId="LiveId" clId="{B8077597-D927-4E10-AAB6-6A1D6F00BA72}" dt="2024-12-12T16:26:44.153" v="1196" actId="26606"/>
          <ac:spMkLst>
            <pc:docMk/>
            <pc:sldMk cId="2592902637" sldId="265"/>
            <ac:spMk id="51" creationId="{216322C2-3CF0-4D33-BF90-3F384CF6D232}"/>
          </ac:spMkLst>
        </pc:spChg>
        <pc:spChg chg="add del">
          <ac:chgData name="Niket Shah" userId="92ecded0c44668af" providerId="LiveId" clId="{B8077597-D927-4E10-AAB6-6A1D6F00BA72}" dt="2024-12-12T16:26:44.153" v="1196" actId="26606"/>
          <ac:spMkLst>
            <pc:docMk/>
            <pc:sldMk cId="2592902637" sldId="265"/>
            <ac:spMk id="52" creationId="{55D4142C-5077-457F-A6AD-3FECFDB39685}"/>
          </ac:spMkLst>
        </pc:spChg>
        <pc:spChg chg="add del">
          <ac:chgData name="Niket Shah" userId="92ecded0c44668af" providerId="LiveId" clId="{B8077597-D927-4E10-AAB6-6A1D6F00BA72}" dt="2024-12-12T16:26:44.153" v="1196" actId="26606"/>
          <ac:spMkLst>
            <pc:docMk/>
            <pc:sldMk cId="2592902637" sldId="265"/>
            <ac:spMk id="53" creationId="{7A5F0580-5EE9-419F-96EE-B6529EF6E7D0}"/>
          </ac:spMkLst>
        </pc:spChg>
        <pc:spChg chg="add del">
          <ac:chgData name="Niket Shah" userId="92ecded0c44668af" providerId="LiveId" clId="{B8077597-D927-4E10-AAB6-6A1D6F00BA72}" dt="2024-12-12T19:24:24.326" v="2511" actId="26606"/>
          <ac:spMkLst>
            <pc:docMk/>
            <pc:sldMk cId="2592902637" sldId="265"/>
            <ac:spMk id="54" creationId="{C0BDBCD2-E081-43AB-9119-C55465E59757}"/>
          </ac:spMkLst>
        </pc:spChg>
        <pc:spChg chg="add del">
          <ac:chgData name="Niket Shah" userId="92ecded0c44668af" providerId="LiveId" clId="{B8077597-D927-4E10-AAB6-6A1D6F00BA72}" dt="2024-12-12T19:24:24.326" v="2511" actId="26606"/>
          <ac:spMkLst>
            <pc:docMk/>
            <pc:sldMk cId="2592902637" sldId="265"/>
            <ac:spMk id="55" creationId="{98E79BE4-34FE-485A-98A5-92CE8F7C4743}"/>
          </ac:spMkLst>
        </pc:spChg>
        <pc:spChg chg="add del">
          <ac:chgData name="Niket Shah" userId="92ecded0c44668af" providerId="LiveId" clId="{B8077597-D927-4E10-AAB6-6A1D6F00BA72}" dt="2024-12-12T19:24:24.326" v="2511" actId="26606"/>
          <ac:spMkLst>
            <pc:docMk/>
            <pc:sldMk cId="2592902637" sldId="265"/>
            <ac:spMk id="56" creationId="{7A5F0580-5EE9-419F-96EE-B6529EF6E7D0}"/>
          </ac:spMkLst>
        </pc:spChg>
        <pc:graphicFrameChg chg="add mod ord modGraphic">
          <ac:chgData name="Niket Shah" userId="92ecded0c44668af" providerId="LiveId" clId="{B8077597-D927-4E10-AAB6-6A1D6F00BA72}" dt="2024-12-12T19:24:24.326" v="2511" actId="26606"/>
          <ac:graphicFrameMkLst>
            <pc:docMk/>
            <pc:sldMk cId="2592902637" sldId="265"/>
            <ac:graphicFrameMk id="12" creationId="{73719096-3573-6DA2-F912-2AA517BEE962}"/>
          </ac:graphicFrameMkLst>
        </pc:graphicFrameChg>
        <pc:picChg chg="add del mod">
          <ac:chgData name="Niket Shah" userId="92ecded0c44668af" providerId="LiveId" clId="{B8077597-D927-4E10-AAB6-6A1D6F00BA72}" dt="2024-12-12T15:50:53.969" v="1034" actId="478"/>
          <ac:picMkLst>
            <pc:docMk/>
            <pc:sldMk cId="2592902637" sldId="265"/>
            <ac:picMk id="8" creationId="{EA36E777-32A3-78B5-E37F-51F50CB8858B}"/>
          </ac:picMkLst>
        </pc:picChg>
        <pc:picChg chg="add mod">
          <ac:chgData name="Niket Shah" userId="92ecded0c44668af" providerId="LiveId" clId="{B8077597-D927-4E10-AAB6-6A1D6F00BA72}" dt="2024-12-12T19:24:24.326" v="2511" actId="26606"/>
          <ac:picMkLst>
            <pc:docMk/>
            <pc:sldMk cId="2592902637" sldId="265"/>
            <ac:picMk id="10" creationId="{1557C1FC-158B-C687-077E-4E08BB5C6B74}"/>
          </ac:picMkLst>
        </pc:picChg>
        <pc:picChg chg="add mod">
          <ac:chgData name="Niket Shah" userId="92ecded0c44668af" providerId="LiveId" clId="{B8077597-D927-4E10-AAB6-6A1D6F00BA72}" dt="2024-12-12T19:24:24.326" v="2511" actId="26606"/>
          <ac:picMkLst>
            <pc:docMk/>
            <pc:sldMk cId="2592902637" sldId="265"/>
            <ac:picMk id="11" creationId="{6F9C5AA3-9367-F31E-FB09-297A7CD766B2}"/>
          </ac:picMkLst>
        </pc:picChg>
      </pc:sldChg>
      <pc:sldChg chg="addSp delSp modSp new mod setBg delDesignElem">
        <pc:chgData name="Niket Shah" userId="92ecded0c44668af" providerId="LiveId" clId="{B8077597-D927-4E10-AAB6-6A1D6F00BA72}" dt="2024-12-12T19:22:42.933" v="2500" actId="255"/>
        <pc:sldMkLst>
          <pc:docMk/>
          <pc:sldMk cId="1481561574" sldId="266"/>
        </pc:sldMkLst>
        <pc:spChg chg="mod">
          <ac:chgData name="Niket Shah" userId="92ecded0c44668af" providerId="LiveId" clId="{B8077597-D927-4E10-AAB6-6A1D6F00BA72}" dt="2024-12-12T17:36:15.450" v="1545" actId="113"/>
          <ac:spMkLst>
            <pc:docMk/>
            <pc:sldMk cId="1481561574" sldId="266"/>
            <ac:spMk id="2" creationId="{CB36AE98-F62A-C90C-3291-9BCBD308F990}"/>
          </ac:spMkLst>
        </pc:spChg>
        <pc:spChg chg="mod">
          <ac:chgData name="Niket Shah" userId="92ecded0c44668af" providerId="LiveId" clId="{B8077597-D927-4E10-AAB6-6A1D6F00BA72}" dt="2024-12-12T19:22:42.933" v="2500" actId="255"/>
          <ac:spMkLst>
            <pc:docMk/>
            <pc:sldMk cId="1481561574" sldId="266"/>
            <ac:spMk id="3" creationId="{D8053012-8B47-9A32-02C7-18B29F3B9D74}"/>
          </ac:spMkLst>
        </pc:spChg>
        <pc:spChg chg="add del">
          <ac:chgData name="Niket Shah" userId="92ecded0c44668af" providerId="LiveId" clId="{B8077597-D927-4E10-AAB6-6A1D6F00BA72}" dt="2024-12-12T17:05:57.421" v="1347" actId="26606"/>
          <ac:spMkLst>
            <pc:docMk/>
            <pc:sldMk cId="1481561574" sldId="266"/>
            <ac:spMk id="9" creationId="{2C9A9DA9-7DC8-488B-A882-123947B0F3D9}"/>
          </ac:spMkLst>
        </pc:spChg>
        <pc:spChg chg="add del">
          <ac:chgData name="Niket Shah" userId="92ecded0c44668af" providerId="LiveId" clId="{B8077597-D927-4E10-AAB6-6A1D6F00BA72}" dt="2024-12-12T17:05:57.421" v="1347" actId="26606"/>
          <ac:spMkLst>
            <pc:docMk/>
            <pc:sldMk cId="1481561574" sldId="266"/>
            <ac:spMk id="11" creationId="{57F6BDD4-E066-4008-8011-6CC31AEB4556}"/>
          </ac:spMkLst>
        </pc:spChg>
        <pc:spChg chg="add del">
          <ac:chgData name="Niket Shah" userId="92ecded0c44668af" providerId="LiveId" clId="{B8077597-D927-4E10-AAB6-6A1D6F00BA72}" dt="2024-12-12T17:05:57.421" v="1347" actId="26606"/>
          <ac:spMkLst>
            <pc:docMk/>
            <pc:sldMk cId="1481561574" sldId="266"/>
            <ac:spMk id="13" creationId="{2711A8FB-68FC-45FC-B01E-38F809E2D439}"/>
          </ac:spMkLst>
        </pc:spChg>
        <pc:spChg chg="add del">
          <ac:chgData name="Niket Shah" userId="92ecded0c44668af" providerId="LiveId" clId="{B8077597-D927-4E10-AAB6-6A1D6F00BA72}" dt="2024-12-12T17:05:57.421" v="1347" actId="26606"/>
          <ac:spMkLst>
            <pc:docMk/>
            <pc:sldMk cId="1481561574" sldId="266"/>
            <ac:spMk id="15" creationId="{2A865FE3-5FC9-4049-87CF-30019C46C0F5}"/>
          </ac:spMkLst>
        </pc:spChg>
        <pc:spChg chg="add del">
          <ac:chgData name="Niket Shah" userId="92ecded0c44668af" providerId="LiveId" clId="{B8077597-D927-4E10-AAB6-6A1D6F00BA72}" dt="2024-12-12T17:05:37.841" v="1344" actId="26606"/>
          <ac:spMkLst>
            <pc:docMk/>
            <pc:sldMk cId="1481561574" sldId="266"/>
            <ac:spMk id="17" creationId="{0B9EE3F3-89B7-43C3-8651-C4C96830993D}"/>
          </ac:spMkLst>
        </pc:spChg>
        <pc:spChg chg="add del">
          <ac:chgData name="Niket Shah" userId="92ecded0c44668af" providerId="LiveId" clId="{B8077597-D927-4E10-AAB6-6A1D6F00BA72}" dt="2024-12-12T17:05:37.841" v="1344" actId="26606"/>
          <ac:spMkLst>
            <pc:docMk/>
            <pc:sldMk cId="1481561574" sldId="266"/>
            <ac:spMk id="18" creationId="{33AE4636-AEEC-45D6-84D4-7AC2DA48ECF8}"/>
          </ac:spMkLst>
        </pc:spChg>
        <pc:spChg chg="add del">
          <ac:chgData name="Niket Shah" userId="92ecded0c44668af" providerId="LiveId" clId="{B8077597-D927-4E10-AAB6-6A1D6F00BA72}" dt="2024-12-12T17:05:37.841" v="1344" actId="26606"/>
          <ac:spMkLst>
            <pc:docMk/>
            <pc:sldMk cId="1481561574" sldId="266"/>
            <ac:spMk id="19" creationId="{8D9CE0F4-2EB2-4F1F-8AAC-DB3571D9FE10}"/>
          </ac:spMkLst>
        </pc:spChg>
        <pc:spChg chg="add del">
          <ac:chgData name="Niket Shah" userId="92ecded0c44668af" providerId="LiveId" clId="{B8077597-D927-4E10-AAB6-6A1D6F00BA72}" dt="2024-12-12T16:55:49.966" v="1275" actId="26606"/>
          <ac:spMkLst>
            <pc:docMk/>
            <pc:sldMk cId="1481561574" sldId="266"/>
            <ac:spMk id="20" creationId="{2C9A9DA9-7DC8-488B-A882-123947B0F3D9}"/>
          </ac:spMkLst>
        </pc:spChg>
        <pc:spChg chg="add del">
          <ac:chgData name="Niket Shah" userId="92ecded0c44668af" providerId="LiveId" clId="{B8077597-D927-4E10-AAB6-6A1D6F00BA72}" dt="2024-12-12T17:05:46.234" v="1346" actId="26606"/>
          <ac:spMkLst>
            <pc:docMk/>
            <pc:sldMk cId="1481561574" sldId="266"/>
            <ac:spMk id="21" creationId="{5DF40726-9B19-4165-9C26-757D16E19E23}"/>
          </ac:spMkLst>
        </pc:spChg>
        <pc:spChg chg="add del">
          <ac:chgData name="Niket Shah" userId="92ecded0c44668af" providerId="LiveId" clId="{B8077597-D927-4E10-AAB6-6A1D6F00BA72}" dt="2024-12-12T16:55:49.966" v="1275" actId="26606"/>
          <ac:spMkLst>
            <pc:docMk/>
            <pc:sldMk cId="1481561574" sldId="266"/>
            <ac:spMk id="22" creationId="{57F6BDD4-E066-4008-8011-6CC31AEB4556}"/>
          </ac:spMkLst>
        </pc:spChg>
        <pc:spChg chg="add del">
          <ac:chgData name="Niket Shah" userId="92ecded0c44668af" providerId="LiveId" clId="{B8077597-D927-4E10-AAB6-6A1D6F00BA72}" dt="2024-12-12T17:05:46.234" v="1346" actId="26606"/>
          <ac:spMkLst>
            <pc:docMk/>
            <pc:sldMk cId="1481561574" sldId="266"/>
            <ac:spMk id="23" creationId="{2089CB41-F399-4AEB-980C-5BFB1049CBED}"/>
          </ac:spMkLst>
        </pc:spChg>
        <pc:spChg chg="add del">
          <ac:chgData name="Niket Shah" userId="92ecded0c44668af" providerId="LiveId" clId="{B8077597-D927-4E10-AAB6-6A1D6F00BA72}" dt="2024-12-12T16:55:49.966" v="1275" actId="26606"/>
          <ac:spMkLst>
            <pc:docMk/>
            <pc:sldMk cId="1481561574" sldId="266"/>
            <ac:spMk id="24" creationId="{2711A8FB-68FC-45FC-B01E-38F809E2D439}"/>
          </ac:spMkLst>
        </pc:spChg>
        <pc:spChg chg="add del">
          <ac:chgData name="Niket Shah" userId="92ecded0c44668af" providerId="LiveId" clId="{B8077597-D927-4E10-AAB6-6A1D6F00BA72}" dt="2024-12-12T17:05:46.234" v="1346" actId="26606"/>
          <ac:spMkLst>
            <pc:docMk/>
            <pc:sldMk cId="1481561574" sldId="266"/>
            <ac:spMk id="25" creationId="{1BFC967B-3DD6-463D-9DB9-6E4419AE0DAA}"/>
          </ac:spMkLst>
        </pc:spChg>
        <pc:spChg chg="add del">
          <ac:chgData name="Niket Shah" userId="92ecded0c44668af" providerId="LiveId" clId="{B8077597-D927-4E10-AAB6-6A1D6F00BA72}" dt="2024-12-12T16:55:49.966" v="1275" actId="26606"/>
          <ac:spMkLst>
            <pc:docMk/>
            <pc:sldMk cId="1481561574" sldId="266"/>
            <ac:spMk id="26" creationId="{2A865FE3-5FC9-4049-87CF-30019C46C0F5}"/>
          </ac:spMkLst>
        </pc:spChg>
        <pc:spChg chg="add del">
          <ac:chgData name="Niket Shah" userId="92ecded0c44668af" providerId="LiveId" clId="{B8077597-D927-4E10-AAB6-6A1D6F00BA72}" dt="2024-12-12T17:34:16.551" v="1523"/>
          <ac:spMkLst>
            <pc:docMk/>
            <pc:sldMk cId="1481561574" sldId="266"/>
            <ac:spMk id="27" creationId="{2C9A9DA9-7DC8-488B-A882-123947B0F3D9}"/>
          </ac:spMkLst>
        </pc:spChg>
        <pc:spChg chg="add del">
          <ac:chgData name="Niket Shah" userId="92ecded0c44668af" providerId="LiveId" clId="{B8077597-D927-4E10-AAB6-6A1D6F00BA72}" dt="2024-12-12T17:34:16.551" v="1523"/>
          <ac:spMkLst>
            <pc:docMk/>
            <pc:sldMk cId="1481561574" sldId="266"/>
            <ac:spMk id="28" creationId="{57F6BDD4-E066-4008-8011-6CC31AEB4556}"/>
          </ac:spMkLst>
        </pc:spChg>
        <pc:spChg chg="add del">
          <ac:chgData name="Niket Shah" userId="92ecded0c44668af" providerId="LiveId" clId="{B8077597-D927-4E10-AAB6-6A1D6F00BA72}" dt="2024-12-12T17:34:16.551" v="1523"/>
          <ac:spMkLst>
            <pc:docMk/>
            <pc:sldMk cId="1481561574" sldId="266"/>
            <ac:spMk id="29" creationId="{2711A8FB-68FC-45FC-B01E-38F809E2D439}"/>
          </ac:spMkLst>
        </pc:spChg>
        <pc:spChg chg="add del">
          <ac:chgData name="Niket Shah" userId="92ecded0c44668af" providerId="LiveId" clId="{B8077597-D927-4E10-AAB6-6A1D6F00BA72}" dt="2024-12-12T17:34:16.551" v="1523"/>
          <ac:spMkLst>
            <pc:docMk/>
            <pc:sldMk cId="1481561574" sldId="266"/>
            <ac:spMk id="30" creationId="{2A865FE3-5FC9-4049-87CF-30019C46C0F5}"/>
          </ac:spMkLst>
        </pc:spChg>
        <pc:picChg chg="add del mod modCrop">
          <ac:chgData name="Niket Shah" userId="92ecded0c44668af" providerId="LiveId" clId="{B8077597-D927-4E10-AAB6-6A1D6F00BA72}" dt="2024-12-12T16:55:11.915" v="1269" actId="478"/>
          <ac:picMkLst>
            <pc:docMk/>
            <pc:sldMk cId="1481561574" sldId="266"/>
            <ac:picMk id="4" creationId="{B8575428-EE47-84E4-70EF-1A05028C01D3}"/>
          </ac:picMkLst>
        </pc:picChg>
        <pc:picChg chg="add mod modCrop">
          <ac:chgData name="Niket Shah" userId="92ecded0c44668af" providerId="LiveId" clId="{B8077597-D927-4E10-AAB6-6A1D6F00BA72}" dt="2024-12-12T17:35:08.317" v="1532" actId="14100"/>
          <ac:picMkLst>
            <pc:docMk/>
            <pc:sldMk cId="1481561574" sldId="266"/>
            <ac:picMk id="6" creationId="{16D36F2A-1E17-27FC-1FCC-26EC609273FD}"/>
          </ac:picMkLst>
        </pc:picChg>
        <pc:picChg chg="add mod">
          <ac:chgData name="Niket Shah" userId="92ecded0c44668af" providerId="LiveId" clId="{B8077597-D927-4E10-AAB6-6A1D6F00BA72}" dt="2024-12-12T17:07:06.346" v="1352" actId="14100"/>
          <ac:picMkLst>
            <pc:docMk/>
            <pc:sldMk cId="1481561574" sldId="266"/>
            <ac:picMk id="7" creationId="{9AE9648D-2B49-CEE4-4F83-3FE1D0F993AA}"/>
          </ac:picMkLst>
        </pc:picChg>
      </pc:sldChg>
      <pc:sldChg chg="new del">
        <pc:chgData name="Niket Shah" userId="92ecded0c44668af" providerId="LiveId" clId="{B8077597-D927-4E10-AAB6-6A1D6F00BA72}" dt="2024-12-12T16:27:52.397" v="1202" actId="2696"/>
        <pc:sldMkLst>
          <pc:docMk/>
          <pc:sldMk cId="2493824751" sldId="266"/>
        </pc:sldMkLst>
      </pc:sldChg>
      <pc:sldChg chg="addSp delSp modSp new mod setBg delDesignElem">
        <pc:chgData name="Niket Shah" userId="92ecded0c44668af" providerId="LiveId" clId="{B8077597-D927-4E10-AAB6-6A1D6F00BA72}" dt="2024-12-12T19:22:32.057" v="2499" actId="255"/>
        <pc:sldMkLst>
          <pc:docMk/>
          <pc:sldMk cId="2033723076" sldId="267"/>
        </pc:sldMkLst>
        <pc:spChg chg="mod">
          <ac:chgData name="Niket Shah" userId="92ecded0c44668af" providerId="LiveId" clId="{B8077597-D927-4E10-AAB6-6A1D6F00BA72}" dt="2024-12-12T17:36:11.406" v="1544" actId="113"/>
          <ac:spMkLst>
            <pc:docMk/>
            <pc:sldMk cId="2033723076" sldId="267"/>
            <ac:spMk id="2" creationId="{CE30FBC0-F1A2-4A56-564F-E8FF54DC7786}"/>
          </ac:spMkLst>
        </pc:spChg>
        <pc:spChg chg="add del mod">
          <ac:chgData name="Niket Shah" userId="92ecded0c44668af" providerId="LiveId" clId="{B8077597-D927-4E10-AAB6-6A1D6F00BA72}" dt="2024-12-12T19:22:21.978" v="2498" actId="2711"/>
          <ac:spMkLst>
            <pc:docMk/>
            <pc:sldMk cId="2033723076" sldId="267"/>
            <ac:spMk id="3" creationId="{E8BABBFA-FF78-A1A4-2049-9576D69DEEEF}"/>
          </ac:spMkLst>
        </pc:spChg>
        <pc:spChg chg="add mod">
          <ac:chgData name="Niket Shah" userId="92ecded0c44668af" providerId="LiveId" clId="{B8077597-D927-4E10-AAB6-6A1D6F00BA72}" dt="2024-12-12T19:22:13.515" v="2495" actId="255"/>
          <ac:spMkLst>
            <pc:docMk/>
            <pc:sldMk cId="2033723076" sldId="267"/>
            <ac:spMk id="6" creationId="{D0DC299E-DE16-75F4-0BDA-805A9AB03515}"/>
          </ac:spMkLst>
        </pc:spChg>
        <pc:spChg chg="add mod">
          <ac:chgData name="Niket Shah" userId="92ecded0c44668af" providerId="LiveId" clId="{B8077597-D927-4E10-AAB6-6A1D6F00BA72}" dt="2024-12-12T17:13:16.740" v="1386"/>
          <ac:spMkLst>
            <pc:docMk/>
            <pc:sldMk cId="2033723076" sldId="267"/>
            <ac:spMk id="7" creationId="{82BA07B6-E0E1-2171-356B-962AEE307279}"/>
          </ac:spMkLst>
        </pc:spChg>
        <pc:spChg chg="add mod">
          <ac:chgData name="Niket Shah" userId="92ecded0c44668af" providerId="LiveId" clId="{B8077597-D927-4E10-AAB6-6A1D6F00BA72}" dt="2024-12-12T19:22:13.515" v="2495" actId="255"/>
          <ac:spMkLst>
            <pc:docMk/>
            <pc:sldMk cId="2033723076" sldId="267"/>
            <ac:spMk id="8" creationId="{1C53DF06-86E4-98DC-E49D-9B42389386F6}"/>
          </ac:spMkLst>
        </pc:spChg>
        <pc:spChg chg="add del">
          <ac:chgData name="Niket Shah" userId="92ecded0c44668af" providerId="LiveId" clId="{B8077597-D927-4E10-AAB6-6A1D6F00BA72}" dt="2024-12-12T17:30:13.306" v="1486"/>
          <ac:spMkLst>
            <pc:docMk/>
            <pc:sldMk cId="2033723076" sldId="267"/>
            <ac:spMk id="9" creationId="{0B9EE3F3-89B7-43C3-8651-C4C96830993D}"/>
          </ac:spMkLst>
        </pc:spChg>
        <pc:spChg chg="add mod">
          <ac:chgData name="Niket Shah" userId="92ecded0c44668af" providerId="LiveId" clId="{B8077597-D927-4E10-AAB6-6A1D6F00BA72}" dt="2024-12-12T19:22:32.057" v="2499" actId="255"/>
          <ac:spMkLst>
            <pc:docMk/>
            <pc:sldMk cId="2033723076" sldId="267"/>
            <ac:spMk id="10" creationId="{2C91702B-DD42-690B-10A7-69777406108F}"/>
          </ac:spMkLst>
        </pc:spChg>
        <pc:spChg chg="add del">
          <ac:chgData name="Niket Shah" userId="92ecded0c44668af" providerId="LiveId" clId="{B8077597-D927-4E10-AAB6-6A1D6F00BA72}" dt="2024-12-12T17:30:13.306" v="1486"/>
          <ac:spMkLst>
            <pc:docMk/>
            <pc:sldMk cId="2033723076" sldId="267"/>
            <ac:spMk id="11" creationId="{33AE4636-AEEC-45D6-84D4-7AC2DA48ECF8}"/>
          </ac:spMkLst>
        </pc:spChg>
        <pc:spChg chg="add mod">
          <ac:chgData name="Niket Shah" userId="92ecded0c44668af" providerId="LiveId" clId="{B8077597-D927-4E10-AAB6-6A1D6F00BA72}" dt="2024-12-12T19:22:13.515" v="2495" actId="255"/>
          <ac:spMkLst>
            <pc:docMk/>
            <pc:sldMk cId="2033723076" sldId="267"/>
            <ac:spMk id="12" creationId="{FF88E370-C1AC-926D-C7AA-A8DB36CBD532}"/>
          </ac:spMkLst>
        </pc:spChg>
        <pc:spChg chg="add del">
          <ac:chgData name="Niket Shah" userId="92ecded0c44668af" providerId="LiveId" clId="{B8077597-D927-4E10-AAB6-6A1D6F00BA72}" dt="2024-12-12T17:30:13.306" v="1486"/>
          <ac:spMkLst>
            <pc:docMk/>
            <pc:sldMk cId="2033723076" sldId="267"/>
            <ac:spMk id="13" creationId="{8D9CE0F4-2EB2-4F1F-8AAC-DB3571D9FE10}"/>
          </ac:spMkLst>
        </pc:spChg>
        <pc:spChg chg="add">
          <ac:chgData name="Niket Shah" userId="92ecded0c44668af" providerId="LiveId" clId="{B8077597-D927-4E10-AAB6-6A1D6F00BA72}" dt="2024-12-12T17:22:48" v="1433"/>
          <ac:spMkLst>
            <pc:docMk/>
            <pc:sldMk cId="2033723076" sldId="267"/>
            <ac:spMk id="14" creationId="{C9C3D39F-F427-2534-C1BA-1CF69558C22D}"/>
          </ac:spMkLst>
        </pc:spChg>
        <pc:spChg chg="add mod">
          <ac:chgData name="Niket Shah" userId="92ecded0c44668af" providerId="LiveId" clId="{B8077597-D927-4E10-AAB6-6A1D6F00BA72}" dt="2024-12-12T19:22:32.057" v="2499" actId="255"/>
          <ac:spMkLst>
            <pc:docMk/>
            <pc:sldMk cId="2033723076" sldId="267"/>
            <ac:spMk id="15" creationId="{D1964D2A-AD9D-DE5D-155D-7789958E5AEA}"/>
          </ac:spMkLst>
        </pc:spChg>
        <pc:picChg chg="add mod">
          <ac:chgData name="Niket Shah" userId="92ecded0c44668af" providerId="LiveId" clId="{B8077597-D927-4E10-AAB6-6A1D6F00BA72}" dt="2024-12-12T17:39:56.591" v="1587" actId="14100"/>
          <ac:picMkLst>
            <pc:docMk/>
            <pc:sldMk cId="2033723076" sldId="267"/>
            <ac:picMk id="4" creationId="{C53182A2-062D-4732-3CEE-9E84D4C72536}"/>
          </ac:picMkLst>
        </pc:picChg>
        <pc:picChg chg="add del mod">
          <ac:chgData name="Niket Shah" userId="92ecded0c44668af" providerId="LiveId" clId="{B8077597-D927-4E10-AAB6-6A1D6F00BA72}" dt="2024-12-12T17:39:37.945" v="1583" actId="14100"/>
          <ac:picMkLst>
            <pc:docMk/>
            <pc:sldMk cId="2033723076" sldId="267"/>
            <ac:picMk id="5" creationId="{3C7BB97C-652C-3323-3515-5A33103DBE11}"/>
          </ac:picMkLst>
        </pc:picChg>
      </pc:sldChg>
      <pc:sldChg chg="new del">
        <pc:chgData name="Niket Shah" userId="92ecded0c44668af" providerId="LiveId" clId="{B8077597-D927-4E10-AAB6-6A1D6F00BA72}" dt="2024-12-12T16:28:04.576" v="1205" actId="2696"/>
        <pc:sldMkLst>
          <pc:docMk/>
          <pc:sldMk cId="4234314376" sldId="267"/>
        </pc:sldMkLst>
      </pc:sldChg>
      <pc:sldChg chg="new del">
        <pc:chgData name="Niket Shah" userId="92ecded0c44668af" providerId="LiveId" clId="{B8077597-D927-4E10-AAB6-6A1D6F00BA72}" dt="2024-12-12T17:35:52.664" v="1541" actId="2696"/>
        <pc:sldMkLst>
          <pc:docMk/>
          <pc:sldMk cId="792734660" sldId="268"/>
        </pc:sldMkLst>
      </pc:sldChg>
      <pc:sldChg chg="new del">
        <pc:chgData name="Niket Shah" userId="92ecded0c44668af" providerId="LiveId" clId="{B8077597-D927-4E10-AAB6-6A1D6F00BA72}" dt="2024-12-12T16:28:00.756" v="1204" actId="2696"/>
        <pc:sldMkLst>
          <pc:docMk/>
          <pc:sldMk cId="821400141" sldId="268"/>
        </pc:sldMkLst>
      </pc:sldChg>
      <pc:sldChg chg="new del">
        <pc:chgData name="Niket Shah" userId="92ecded0c44668af" providerId="LiveId" clId="{B8077597-D927-4E10-AAB6-6A1D6F00BA72}" dt="2024-12-12T17:35:55.301" v="1542" actId="2696"/>
        <pc:sldMkLst>
          <pc:docMk/>
          <pc:sldMk cId="913000795" sldId="269"/>
        </pc:sldMkLst>
      </pc:sldChg>
      <pc:sldChg chg="addSp delSp modSp new mod ord">
        <pc:chgData name="Niket Shah" userId="92ecded0c44668af" providerId="LiveId" clId="{B8077597-D927-4E10-AAB6-6A1D6F00BA72}" dt="2024-12-12T19:21:57.771" v="2494" actId="255"/>
        <pc:sldMkLst>
          <pc:docMk/>
          <pc:sldMk cId="2866254455" sldId="270"/>
        </pc:sldMkLst>
        <pc:spChg chg="mod">
          <ac:chgData name="Niket Shah" userId="92ecded0c44668af" providerId="LiveId" clId="{B8077597-D927-4E10-AAB6-6A1D6F00BA72}" dt="2024-12-12T17:41:02.936" v="1594" actId="14100"/>
          <ac:spMkLst>
            <pc:docMk/>
            <pc:sldMk cId="2866254455" sldId="270"/>
            <ac:spMk id="2" creationId="{B81ED806-58DF-3162-C34E-A4CD3A3F3525}"/>
          </ac:spMkLst>
        </pc:spChg>
        <pc:spChg chg="del">
          <ac:chgData name="Niket Shah" userId="92ecded0c44668af" providerId="LiveId" clId="{B8077597-D927-4E10-AAB6-6A1D6F00BA72}" dt="2024-12-12T17:40:17.333" v="1589" actId="478"/>
          <ac:spMkLst>
            <pc:docMk/>
            <pc:sldMk cId="2866254455" sldId="270"/>
            <ac:spMk id="3" creationId="{91D1358E-E907-48CA-7DED-10AB27B233CC}"/>
          </ac:spMkLst>
        </pc:spChg>
        <pc:spChg chg="add mod">
          <ac:chgData name="Niket Shah" userId="92ecded0c44668af" providerId="LiveId" clId="{B8077597-D927-4E10-AAB6-6A1D6F00BA72}" dt="2024-12-12T17:45:13.960" v="1646" actId="14100"/>
          <ac:spMkLst>
            <pc:docMk/>
            <pc:sldMk cId="2866254455" sldId="270"/>
            <ac:spMk id="5" creationId="{FC4636EA-ED24-2D7B-3982-1F0C2D4D2C1B}"/>
          </ac:spMkLst>
        </pc:spChg>
        <pc:spChg chg="add mod">
          <ac:chgData name="Niket Shah" userId="92ecded0c44668af" providerId="LiveId" clId="{B8077597-D927-4E10-AAB6-6A1D6F00BA72}" dt="2024-12-12T17:53:05.921" v="1744" actId="20577"/>
          <ac:spMkLst>
            <pc:docMk/>
            <pc:sldMk cId="2866254455" sldId="270"/>
            <ac:spMk id="6" creationId="{035E6AC9-3A5E-BE59-140E-6C3196D8EB69}"/>
          </ac:spMkLst>
        </pc:spChg>
        <pc:spChg chg="add mod">
          <ac:chgData name="Niket Shah" userId="92ecded0c44668af" providerId="LiveId" clId="{B8077597-D927-4E10-AAB6-6A1D6F00BA72}" dt="2024-12-12T17:45:27.777" v="1649" actId="14100"/>
          <ac:spMkLst>
            <pc:docMk/>
            <pc:sldMk cId="2866254455" sldId="270"/>
            <ac:spMk id="7" creationId="{A267F1B1-C45C-34A1-51F4-09886EA24EF6}"/>
          </ac:spMkLst>
        </pc:spChg>
        <pc:spChg chg="add mod">
          <ac:chgData name="Niket Shah" userId="92ecded0c44668af" providerId="LiveId" clId="{B8077597-D927-4E10-AAB6-6A1D6F00BA72}" dt="2024-12-12T17:50:21.083" v="1703" actId="1076"/>
          <ac:spMkLst>
            <pc:docMk/>
            <pc:sldMk cId="2866254455" sldId="270"/>
            <ac:spMk id="8" creationId="{DC64FD0E-BFEC-6573-923E-4FFD8B107808}"/>
          </ac:spMkLst>
        </pc:spChg>
        <pc:spChg chg="add mod">
          <ac:chgData name="Niket Shah" userId="92ecded0c44668af" providerId="LiveId" clId="{B8077597-D927-4E10-AAB6-6A1D6F00BA72}" dt="2024-12-12T19:21:40.022" v="2490" actId="255"/>
          <ac:spMkLst>
            <pc:docMk/>
            <pc:sldMk cId="2866254455" sldId="270"/>
            <ac:spMk id="9" creationId="{1B81D00D-EE8C-7D45-0934-E844B09CF399}"/>
          </ac:spMkLst>
        </pc:spChg>
        <pc:spChg chg="add mod">
          <ac:chgData name="Niket Shah" userId="92ecded0c44668af" providerId="LiveId" clId="{B8077597-D927-4E10-AAB6-6A1D6F00BA72}" dt="2024-12-12T19:21:57.771" v="2494" actId="255"/>
          <ac:spMkLst>
            <pc:docMk/>
            <pc:sldMk cId="2866254455" sldId="270"/>
            <ac:spMk id="10" creationId="{2B83E7DF-3F4A-1291-1B15-45B110E40058}"/>
          </ac:spMkLst>
        </pc:spChg>
        <pc:spChg chg="add mod">
          <ac:chgData name="Niket Shah" userId="92ecded0c44668af" providerId="LiveId" clId="{B8077597-D927-4E10-AAB6-6A1D6F00BA72}" dt="2024-12-12T17:54:41.961" v="1783" actId="1076"/>
          <ac:spMkLst>
            <pc:docMk/>
            <pc:sldMk cId="2866254455" sldId="270"/>
            <ac:spMk id="11" creationId="{4399DADE-A596-8CD9-C0C5-AFD23290FC2F}"/>
          </ac:spMkLst>
        </pc:spChg>
        <pc:spChg chg="add mod">
          <ac:chgData name="Niket Shah" userId="92ecded0c44668af" providerId="LiveId" clId="{B8077597-D927-4E10-AAB6-6A1D6F00BA72}" dt="2024-12-12T17:58:48.777" v="1840" actId="1076"/>
          <ac:spMkLst>
            <pc:docMk/>
            <pc:sldMk cId="2866254455" sldId="270"/>
            <ac:spMk id="12" creationId="{BDD3376C-8A82-4BEB-B532-CDFB56694677}"/>
          </ac:spMkLst>
        </pc:spChg>
        <pc:spChg chg="add mod">
          <ac:chgData name="Niket Shah" userId="92ecded0c44668af" providerId="LiveId" clId="{B8077597-D927-4E10-AAB6-6A1D6F00BA72}" dt="2024-12-12T17:54:29.300" v="1780" actId="1076"/>
          <ac:spMkLst>
            <pc:docMk/>
            <pc:sldMk cId="2866254455" sldId="270"/>
            <ac:spMk id="13" creationId="{9DC6B347-0AC8-5273-ADAA-DF7D4D582E7C}"/>
          </ac:spMkLst>
        </pc:spChg>
        <pc:spChg chg="add mod">
          <ac:chgData name="Niket Shah" userId="92ecded0c44668af" providerId="LiveId" clId="{B8077597-D927-4E10-AAB6-6A1D6F00BA72}" dt="2024-12-12T17:54:32.903" v="1781" actId="1076"/>
          <ac:spMkLst>
            <pc:docMk/>
            <pc:sldMk cId="2866254455" sldId="270"/>
            <ac:spMk id="14" creationId="{B76A9BFC-8153-28A2-6A7D-F9547FD1E40B}"/>
          </ac:spMkLst>
        </pc:spChg>
        <pc:spChg chg="add mod">
          <ac:chgData name="Niket Shah" userId="92ecded0c44668af" providerId="LiveId" clId="{B8077597-D927-4E10-AAB6-6A1D6F00BA72}" dt="2024-12-12T17:58:37.876" v="1839" actId="14100"/>
          <ac:spMkLst>
            <pc:docMk/>
            <pc:sldMk cId="2866254455" sldId="270"/>
            <ac:spMk id="15" creationId="{27D7929D-95DD-645C-9EBF-90EA00AC4D0D}"/>
          </ac:spMkLst>
        </pc:spChg>
        <pc:spChg chg="add mod">
          <ac:chgData name="Niket Shah" userId="92ecded0c44668af" providerId="LiveId" clId="{B8077597-D927-4E10-AAB6-6A1D6F00BA72}" dt="2024-12-12T17:58:31.399" v="1838" actId="1076"/>
          <ac:spMkLst>
            <pc:docMk/>
            <pc:sldMk cId="2866254455" sldId="270"/>
            <ac:spMk id="16" creationId="{2CAA1FA5-2B68-59B9-21CF-9239E4B6C00C}"/>
          </ac:spMkLst>
        </pc:spChg>
        <pc:spChg chg="add mod">
          <ac:chgData name="Niket Shah" userId="92ecded0c44668af" providerId="LiveId" clId="{B8077597-D927-4E10-AAB6-6A1D6F00BA72}" dt="2024-12-12T17:57:07.979" v="1811" actId="20577"/>
          <ac:spMkLst>
            <pc:docMk/>
            <pc:sldMk cId="2866254455" sldId="270"/>
            <ac:spMk id="17" creationId="{14B16A85-C61B-6270-ACCF-C17FEFFA6D14}"/>
          </ac:spMkLst>
        </pc:spChg>
        <pc:spChg chg="add mod">
          <ac:chgData name="Niket Shah" userId="92ecded0c44668af" providerId="LiveId" clId="{B8077597-D927-4E10-AAB6-6A1D6F00BA72}" dt="2024-12-12T18:00:59.552" v="1889" actId="255"/>
          <ac:spMkLst>
            <pc:docMk/>
            <pc:sldMk cId="2866254455" sldId="270"/>
            <ac:spMk id="18" creationId="{74510203-855F-060A-51E5-15271D787DB3}"/>
          </ac:spMkLst>
        </pc:spChg>
        <pc:spChg chg="add del mod">
          <ac:chgData name="Niket Shah" userId="92ecded0c44668af" providerId="LiveId" clId="{B8077597-D927-4E10-AAB6-6A1D6F00BA72}" dt="2024-12-12T17:57:15.386" v="1813" actId="478"/>
          <ac:spMkLst>
            <pc:docMk/>
            <pc:sldMk cId="2866254455" sldId="270"/>
            <ac:spMk id="19" creationId="{64B35342-C6F5-CB77-709E-A77D3E8A853A}"/>
          </ac:spMkLst>
        </pc:spChg>
        <pc:spChg chg="add del mod">
          <ac:chgData name="Niket Shah" userId="92ecded0c44668af" providerId="LiveId" clId="{B8077597-D927-4E10-AAB6-6A1D6F00BA72}" dt="2024-12-12T17:58:19.043" v="1836" actId="478"/>
          <ac:spMkLst>
            <pc:docMk/>
            <pc:sldMk cId="2866254455" sldId="270"/>
            <ac:spMk id="20" creationId="{3E6C68CA-FC19-B6F3-BF8F-C45528DBDE18}"/>
          </ac:spMkLst>
        </pc:spChg>
        <pc:spChg chg="add mod">
          <ac:chgData name="Niket Shah" userId="92ecded0c44668af" providerId="LiveId" clId="{B8077597-D927-4E10-AAB6-6A1D6F00BA72}" dt="2024-12-12T17:58:05.331" v="1832" actId="20577"/>
          <ac:spMkLst>
            <pc:docMk/>
            <pc:sldMk cId="2866254455" sldId="270"/>
            <ac:spMk id="21" creationId="{D42F4F5E-D189-7A30-7493-5ED6832C1607}"/>
          </ac:spMkLst>
        </pc:spChg>
        <pc:spChg chg="add mod">
          <ac:chgData name="Niket Shah" userId="92ecded0c44668af" providerId="LiveId" clId="{B8077597-D927-4E10-AAB6-6A1D6F00BA72}" dt="2024-12-12T18:01:49.170" v="1904" actId="14100"/>
          <ac:spMkLst>
            <pc:docMk/>
            <pc:sldMk cId="2866254455" sldId="270"/>
            <ac:spMk id="22" creationId="{CE352CFE-F578-AB48-0FBF-C389D78BAC6C}"/>
          </ac:spMkLst>
        </pc:spChg>
        <pc:picChg chg="add mod">
          <ac:chgData name="Niket Shah" userId="92ecded0c44668af" providerId="LiveId" clId="{B8077597-D927-4E10-AAB6-6A1D6F00BA72}" dt="2024-12-12T17:40:02.452" v="1588"/>
          <ac:picMkLst>
            <pc:docMk/>
            <pc:sldMk cId="2866254455" sldId="270"/>
            <ac:picMk id="4" creationId="{3C5E2C37-D878-7A7C-94BB-9627B76C9AE1}"/>
          </ac:picMkLst>
        </pc:picChg>
      </pc:sldChg>
      <pc:sldChg chg="addSp delSp modSp new mod setBg">
        <pc:chgData name="Niket Shah" userId="92ecded0c44668af" providerId="LiveId" clId="{B8077597-D927-4E10-AAB6-6A1D6F00BA72}" dt="2024-12-12T18:47:53.265" v="2270" actId="1076"/>
        <pc:sldMkLst>
          <pc:docMk/>
          <pc:sldMk cId="4054477940" sldId="271"/>
        </pc:sldMkLst>
        <pc:spChg chg="del">
          <ac:chgData name="Niket Shah" userId="92ecded0c44668af" providerId="LiveId" clId="{B8077597-D927-4E10-AAB6-6A1D6F00BA72}" dt="2024-12-12T18:03:35.764" v="1905" actId="478"/>
          <ac:spMkLst>
            <pc:docMk/>
            <pc:sldMk cId="4054477940" sldId="271"/>
            <ac:spMk id="2" creationId="{8B1C751C-D586-2216-5C9D-7242DBA01E66}"/>
          </ac:spMkLst>
        </pc:spChg>
        <pc:spChg chg="del">
          <ac:chgData name="Niket Shah" userId="92ecded0c44668af" providerId="LiveId" clId="{B8077597-D927-4E10-AAB6-6A1D6F00BA72}" dt="2024-12-12T18:03:52.046" v="1906"/>
          <ac:spMkLst>
            <pc:docMk/>
            <pc:sldMk cId="4054477940" sldId="271"/>
            <ac:spMk id="3" creationId="{95BF553F-3951-191E-AC1C-4AD5E6F8007B}"/>
          </ac:spMkLst>
        </pc:spChg>
        <pc:spChg chg="add del">
          <ac:chgData name="Niket Shah" userId="92ecded0c44668af" providerId="LiveId" clId="{B8077597-D927-4E10-AAB6-6A1D6F00BA72}" dt="2024-12-12T18:04:00.620" v="1910" actId="26606"/>
          <ac:spMkLst>
            <pc:docMk/>
            <pc:sldMk cId="4054477940" sldId="271"/>
            <ac:spMk id="10" creationId="{726908CC-6AC4-4222-8250-B90B6072E8AC}"/>
          </ac:spMkLst>
        </pc:spChg>
        <pc:spChg chg="add del">
          <ac:chgData name="Niket Shah" userId="92ecded0c44668af" providerId="LiveId" clId="{B8077597-D927-4E10-AAB6-6A1D6F00BA72}" dt="2024-12-12T18:04:00.620" v="1910" actId="26606"/>
          <ac:spMkLst>
            <pc:docMk/>
            <pc:sldMk cId="4054477940" sldId="271"/>
            <ac:spMk id="12" creationId="{F2F606D8-696E-4B76-BB10-43672AA1475A}"/>
          </ac:spMkLst>
        </pc:spChg>
        <pc:spChg chg="add del">
          <ac:chgData name="Niket Shah" userId="92ecded0c44668af" providerId="LiveId" clId="{B8077597-D927-4E10-AAB6-6A1D6F00BA72}" dt="2024-12-12T18:04:00.620" v="1910" actId="26606"/>
          <ac:spMkLst>
            <pc:docMk/>
            <pc:sldMk cId="4054477940" sldId="271"/>
            <ac:spMk id="14" creationId="{3ABF1881-5AFD-48F9-979A-19EE2FE30A33}"/>
          </ac:spMkLst>
        </pc:spChg>
        <pc:picChg chg="add mod">
          <ac:chgData name="Niket Shah" userId="92ecded0c44668af" providerId="LiveId" clId="{B8077597-D927-4E10-AAB6-6A1D6F00BA72}" dt="2024-12-12T18:04:43.246" v="1922" actId="14100"/>
          <ac:picMkLst>
            <pc:docMk/>
            <pc:sldMk cId="4054477940" sldId="271"/>
            <ac:picMk id="5" creationId="{25D3E096-7DA5-9472-230A-2A271C6BEA19}"/>
          </ac:picMkLst>
        </pc:picChg>
        <pc:picChg chg="add mod">
          <ac:chgData name="Niket Shah" userId="92ecded0c44668af" providerId="LiveId" clId="{B8077597-D927-4E10-AAB6-6A1D6F00BA72}" dt="2024-12-12T18:47:53.265" v="2270" actId="1076"/>
          <ac:picMkLst>
            <pc:docMk/>
            <pc:sldMk cId="4054477940" sldId="271"/>
            <ac:picMk id="6" creationId="{EDD6BEDF-3C70-4553-A4AC-ED8B1933BEE8}"/>
          </ac:picMkLst>
        </pc:picChg>
      </pc:sldChg>
      <pc:sldChg chg="addSp delSp modSp new mod setBg">
        <pc:chgData name="Niket Shah" userId="92ecded0c44668af" providerId="LiveId" clId="{B8077597-D927-4E10-AAB6-6A1D6F00BA72}" dt="2024-12-12T18:06:51.042" v="1933"/>
        <pc:sldMkLst>
          <pc:docMk/>
          <pc:sldMk cId="394802009" sldId="272"/>
        </pc:sldMkLst>
        <pc:spChg chg="del">
          <ac:chgData name="Niket Shah" userId="92ecded0c44668af" providerId="LiveId" clId="{B8077597-D927-4E10-AAB6-6A1D6F00BA72}" dt="2024-12-12T18:06:13.554" v="1930" actId="26606"/>
          <ac:spMkLst>
            <pc:docMk/>
            <pc:sldMk cId="394802009" sldId="272"/>
            <ac:spMk id="2" creationId="{7608DB83-47BF-8A7D-6B17-EF8671D8EE89}"/>
          </ac:spMkLst>
        </pc:spChg>
        <pc:spChg chg="del">
          <ac:chgData name="Niket Shah" userId="92ecded0c44668af" providerId="LiveId" clId="{B8077597-D927-4E10-AAB6-6A1D6F00BA72}" dt="2024-12-12T18:06:04.258" v="1927"/>
          <ac:spMkLst>
            <pc:docMk/>
            <pc:sldMk cId="394802009" sldId="272"/>
            <ac:spMk id="3" creationId="{3DD88DC3-3B19-84FA-476A-3A7477FEC434}"/>
          </ac:spMkLst>
        </pc:spChg>
        <pc:spChg chg="add">
          <ac:chgData name="Niket Shah" userId="92ecded0c44668af" providerId="LiveId" clId="{B8077597-D927-4E10-AAB6-6A1D6F00BA72}" dt="2024-12-12T18:06:13.554" v="1930" actId="26606"/>
          <ac:spMkLst>
            <pc:docMk/>
            <pc:sldMk cId="394802009" sldId="272"/>
            <ac:spMk id="10" creationId="{726908CC-6AC4-4222-8250-B90B6072E8AC}"/>
          </ac:spMkLst>
        </pc:spChg>
        <pc:spChg chg="add">
          <ac:chgData name="Niket Shah" userId="92ecded0c44668af" providerId="LiveId" clId="{B8077597-D927-4E10-AAB6-6A1D6F00BA72}" dt="2024-12-12T18:06:13.554" v="1930" actId="26606"/>
          <ac:spMkLst>
            <pc:docMk/>
            <pc:sldMk cId="394802009" sldId="272"/>
            <ac:spMk id="12" creationId="{F2F606D8-696E-4B76-BB10-43672AA1475A}"/>
          </ac:spMkLst>
        </pc:spChg>
        <pc:spChg chg="add">
          <ac:chgData name="Niket Shah" userId="92ecded0c44668af" providerId="LiveId" clId="{B8077597-D927-4E10-AAB6-6A1D6F00BA72}" dt="2024-12-12T18:06:13.554" v="1930" actId="26606"/>
          <ac:spMkLst>
            <pc:docMk/>
            <pc:sldMk cId="394802009" sldId="272"/>
            <ac:spMk id="14" creationId="{3ABF1881-5AFD-48F9-979A-19EE2FE30A33}"/>
          </ac:spMkLst>
        </pc:spChg>
        <pc:picChg chg="add mod">
          <ac:chgData name="Niket Shah" userId="92ecded0c44668af" providerId="LiveId" clId="{B8077597-D927-4E10-AAB6-6A1D6F00BA72}" dt="2024-12-12T18:06:51.042" v="1933"/>
          <ac:picMkLst>
            <pc:docMk/>
            <pc:sldMk cId="394802009" sldId="272"/>
            <ac:picMk id="5" creationId="{C13F0DA2-E0EB-114C-20F1-B462F6ADCF71}"/>
          </ac:picMkLst>
        </pc:picChg>
      </pc:sldChg>
      <pc:sldChg chg="addSp delSp modSp new mod setBg">
        <pc:chgData name="Niket Shah" userId="92ecded0c44668af" providerId="LiveId" clId="{B8077597-D927-4E10-AAB6-6A1D6F00BA72}" dt="2024-12-12T19:19:53.287" v="2476" actId="255"/>
        <pc:sldMkLst>
          <pc:docMk/>
          <pc:sldMk cId="1808771835" sldId="273"/>
        </pc:sldMkLst>
        <pc:spChg chg="del">
          <ac:chgData name="Niket Shah" userId="92ecded0c44668af" providerId="LiveId" clId="{B8077597-D927-4E10-AAB6-6A1D6F00BA72}" dt="2024-12-12T18:30:34.306" v="2114" actId="478"/>
          <ac:spMkLst>
            <pc:docMk/>
            <pc:sldMk cId="1808771835" sldId="273"/>
            <ac:spMk id="2" creationId="{C6E5E515-6700-4A7B-CC17-3CBDF344D8F6}"/>
          </ac:spMkLst>
        </pc:spChg>
        <pc:spChg chg="del">
          <ac:chgData name="Niket Shah" userId="92ecded0c44668af" providerId="LiveId" clId="{B8077597-D927-4E10-AAB6-6A1D6F00BA72}" dt="2024-12-12T18:29:07.793" v="2094"/>
          <ac:spMkLst>
            <pc:docMk/>
            <pc:sldMk cId="1808771835" sldId="273"/>
            <ac:spMk id="3" creationId="{F50AD537-1B39-2D06-786D-3E3E7051FEA9}"/>
          </ac:spMkLst>
        </pc:spChg>
        <pc:spChg chg="add del mod">
          <ac:chgData name="Niket Shah" userId="92ecded0c44668af" providerId="LiveId" clId="{B8077597-D927-4E10-AAB6-6A1D6F00BA72}" dt="2024-12-12T18:29:45.640" v="2100"/>
          <ac:spMkLst>
            <pc:docMk/>
            <pc:sldMk cId="1808771835" sldId="273"/>
            <ac:spMk id="7" creationId="{901EC0CB-3142-FD84-07D1-368928CBC116}"/>
          </ac:spMkLst>
        </pc:spChg>
        <pc:spChg chg="add mod">
          <ac:chgData name="Niket Shah" userId="92ecded0c44668af" providerId="LiveId" clId="{B8077597-D927-4E10-AAB6-6A1D6F00BA72}" dt="2024-12-12T19:19:53.287" v="2476" actId="255"/>
          <ac:spMkLst>
            <pc:docMk/>
            <pc:sldMk cId="1808771835" sldId="273"/>
            <ac:spMk id="10" creationId="{D6D640A6-0E98-9171-09DC-0B34F69F0541}"/>
          </ac:spMkLst>
        </pc:spChg>
        <pc:spChg chg="add">
          <ac:chgData name="Niket Shah" userId="92ecded0c44668af" providerId="LiveId" clId="{B8077597-D927-4E10-AAB6-6A1D6F00BA72}" dt="2024-12-12T18:32:33.767" v="2147"/>
          <ac:spMkLst>
            <pc:docMk/>
            <pc:sldMk cId="1808771835" sldId="273"/>
            <ac:spMk id="11" creationId="{CFAD69C7-7A55-7F76-5948-3A95606ADC3C}"/>
          </ac:spMkLst>
        </pc:spChg>
        <pc:spChg chg="add">
          <ac:chgData name="Niket Shah" userId="92ecded0c44668af" providerId="LiveId" clId="{B8077597-D927-4E10-AAB6-6A1D6F00BA72}" dt="2024-12-12T18:32:41.029" v="2148"/>
          <ac:spMkLst>
            <pc:docMk/>
            <pc:sldMk cId="1808771835" sldId="273"/>
            <ac:spMk id="12" creationId="{3060CC4F-5FEB-579F-AF2D-2D81DACA9E67}"/>
          </ac:spMkLst>
        </pc:spChg>
        <pc:spChg chg="add del">
          <ac:chgData name="Niket Shah" userId="92ecded0c44668af" providerId="LiveId" clId="{B8077597-D927-4E10-AAB6-6A1D6F00BA72}" dt="2024-12-12T18:36:47.876" v="2185" actId="26606"/>
          <ac:spMkLst>
            <pc:docMk/>
            <pc:sldMk cId="1808771835" sldId="273"/>
            <ac:spMk id="15" creationId="{9AA72BD9-2C5A-4EDC-931F-5AA08EACA0F3}"/>
          </ac:spMkLst>
        </pc:spChg>
        <pc:spChg chg="add del">
          <ac:chgData name="Niket Shah" userId="92ecded0c44668af" providerId="LiveId" clId="{B8077597-D927-4E10-AAB6-6A1D6F00BA72}" dt="2024-12-12T18:36:47.876" v="2185" actId="26606"/>
          <ac:spMkLst>
            <pc:docMk/>
            <pc:sldMk cId="1808771835" sldId="273"/>
            <ac:spMk id="17" creationId="{8A6DB0E6-E65F-4229-A5A0-2500203B6CC3}"/>
          </ac:spMkLst>
        </pc:spChg>
        <pc:spChg chg="add del">
          <ac:chgData name="Niket Shah" userId="92ecded0c44668af" providerId="LiveId" clId="{B8077597-D927-4E10-AAB6-6A1D6F00BA72}" dt="2024-12-12T18:36:47.876" v="2185" actId="26606"/>
          <ac:spMkLst>
            <pc:docMk/>
            <pc:sldMk cId="1808771835" sldId="273"/>
            <ac:spMk id="19" creationId="{55D4142C-5077-457F-A6AD-3FECFDB39685}"/>
          </ac:spMkLst>
        </pc:spChg>
        <pc:spChg chg="add del">
          <ac:chgData name="Niket Shah" userId="92ecded0c44668af" providerId="LiveId" clId="{B8077597-D927-4E10-AAB6-6A1D6F00BA72}" dt="2024-12-12T18:36:47.876" v="2185" actId="26606"/>
          <ac:spMkLst>
            <pc:docMk/>
            <pc:sldMk cId="1808771835" sldId="273"/>
            <ac:spMk id="21" creationId="{7A5F0580-5EE9-419F-96EE-B6529EF6E7D0}"/>
          </ac:spMkLst>
        </pc:spChg>
        <pc:spChg chg="add del">
          <ac:chgData name="Niket Shah" userId="92ecded0c44668af" providerId="LiveId" clId="{B8077597-D927-4E10-AAB6-6A1D6F00BA72}" dt="2024-12-12T18:36:49.372" v="2187" actId="26606"/>
          <ac:spMkLst>
            <pc:docMk/>
            <pc:sldMk cId="1808771835" sldId="273"/>
            <ac:spMk id="23" creationId="{F94AA2BD-2E3F-4B1D-8127-5744B8115311}"/>
          </ac:spMkLst>
        </pc:spChg>
        <pc:spChg chg="add del">
          <ac:chgData name="Niket Shah" userId="92ecded0c44668af" providerId="LiveId" clId="{B8077597-D927-4E10-AAB6-6A1D6F00BA72}" dt="2024-12-12T18:36:49.372" v="2187" actId="26606"/>
          <ac:spMkLst>
            <pc:docMk/>
            <pc:sldMk cId="1808771835" sldId="273"/>
            <ac:spMk id="24" creationId="{4BD02261-2DC8-4AA8-9E16-7751AE892445}"/>
          </ac:spMkLst>
        </pc:spChg>
        <pc:spChg chg="add del">
          <ac:chgData name="Niket Shah" userId="92ecded0c44668af" providerId="LiveId" clId="{B8077597-D927-4E10-AAB6-6A1D6F00BA72}" dt="2024-12-12T18:36:49.372" v="2187" actId="26606"/>
          <ac:spMkLst>
            <pc:docMk/>
            <pc:sldMk cId="1808771835" sldId="273"/>
            <ac:spMk id="25" creationId="{3D752CF2-2291-40B5-B462-C17B174C10BC}"/>
          </ac:spMkLst>
        </pc:spChg>
        <pc:spChg chg="add del">
          <ac:chgData name="Niket Shah" userId="92ecded0c44668af" providerId="LiveId" clId="{B8077597-D927-4E10-AAB6-6A1D6F00BA72}" dt="2024-12-12T18:37:11.710" v="2189" actId="26606"/>
          <ac:spMkLst>
            <pc:docMk/>
            <pc:sldMk cId="1808771835" sldId="273"/>
            <ac:spMk id="27" creationId="{94E4D846-3AFC-4F86-8C35-24B0542A269D}"/>
          </ac:spMkLst>
        </pc:spChg>
        <pc:spChg chg="add del">
          <ac:chgData name="Niket Shah" userId="92ecded0c44668af" providerId="LiveId" clId="{B8077597-D927-4E10-AAB6-6A1D6F00BA72}" dt="2024-12-12T18:37:11.710" v="2189" actId="26606"/>
          <ac:spMkLst>
            <pc:docMk/>
            <pc:sldMk cId="1808771835" sldId="273"/>
            <ac:spMk id="28" creationId="{4F981527-1C7E-4847-B180-945BFB1A8D73}"/>
          </ac:spMkLst>
        </pc:spChg>
        <pc:spChg chg="add del">
          <ac:chgData name="Niket Shah" userId="92ecded0c44668af" providerId="LiveId" clId="{B8077597-D927-4E10-AAB6-6A1D6F00BA72}" dt="2024-12-12T18:37:11.710" v="2189" actId="26606"/>
          <ac:spMkLst>
            <pc:docMk/>
            <pc:sldMk cId="1808771835" sldId="273"/>
            <ac:spMk id="29" creationId="{55D4142C-5077-457F-A6AD-3FECFDB39685}"/>
          </ac:spMkLst>
        </pc:spChg>
        <pc:spChg chg="add del">
          <ac:chgData name="Niket Shah" userId="92ecded0c44668af" providerId="LiveId" clId="{B8077597-D927-4E10-AAB6-6A1D6F00BA72}" dt="2024-12-12T18:37:11.710" v="2189" actId="26606"/>
          <ac:spMkLst>
            <pc:docMk/>
            <pc:sldMk cId="1808771835" sldId="273"/>
            <ac:spMk id="30" creationId="{7A5F0580-5EE9-419F-96EE-B6529EF6E7D0}"/>
          </ac:spMkLst>
        </pc:spChg>
        <pc:spChg chg="add">
          <ac:chgData name="Niket Shah" userId="92ecded0c44668af" providerId="LiveId" clId="{B8077597-D927-4E10-AAB6-6A1D6F00BA72}" dt="2024-12-12T18:37:11.737" v="2190" actId="26606"/>
          <ac:spMkLst>
            <pc:docMk/>
            <pc:sldMk cId="1808771835" sldId="273"/>
            <ac:spMk id="32" creationId="{9F27744B-47AB-4459-8C2F-1D5EE63A3E09}"/>
          </ac:spMkLst>
        </pc:spChg>
        <pc:spChg chg="add">
          <ac:chgData name="Niket Shah" userId="92ecded0c44668af" providerId="LiveId" clId="{B8077597-D927-4E10-AAB6-6A1D6F00BA72}" dt="2024-12-12T18:37:11.737" v="2190" actId="26606"/>
          <ac:spMkLst>
            <pc:docMk/>
            <pc:sldMk cId="1808771835" sldId="273"/>
            <ac:spMk id="33" creationId="{7D266DCC-5218-4AE0-B964-6FC2EA3BDF21}"/>
          </ac:spMkLst>
        </pc:spChg>
        <pc:spChg chg="add">
          <ac:chgData name="Niket Shah" userId="92ecded0c44668af" providerId="LiveId" clId="{B8077597-D927-4E10-AAB6-6A1D6F00BA72}" dt="2024-12-12T18:37:11.737" v="2190" actId="26606"/>
          <ac:spMkLst>
            <pc:docMk/>
            <pc:sldMk cId="1808771835" sldId="273"/>
            <ac:spMk id="34" creationId="{973DE4F1-1583-4AE3-9696-9659D27C5F66}"/>
          </ac:spMkLst>
        </pc:spChg>
        <pc:spChg chg="add">
          <ac:chgData name="Niket Shah" userId="92ecded0c44668af" providerId="LiveId" clId="{B8077597-D927-4E10-AAB6-6A1D6F00BA72}" dt="2024-12-12T18:37:11.737" v="2190" actId="26606"/>
          <ac:spMkLst>
            <pc:docMk/>
            <pc:sldMk cId="1808771835" sldId="273"/>
            <ac:spMk id="35" creationId="{D6297641-8B9F-4767-9606-8A11313227BF}"/>
          </ac:spMkLst>
        </pc:spChg>
        <pc:spChg chg="add">
          <ac:chgData name="Niket Shah" userId="92ecded0c44668af" providerId="LiveId" clId="{B8077597-D927-4E10-AAB6-6A1D6F00BA72}" dt="2024-12-12T18:37:11.737" v="2190" actId="26606"/>
          <ac:spMkLst>
            <pc:docMk/>
            <pc:sldMk cId="1808771835" sldId="273"/>
            <ac:spMk id="36" creationId="{FD3C8959-A2A1-469E-8619-82F077E33FE5}"/>
          </ac:spMkLst>
        </pc:spChg>
        <pc:picChg chg="add del mod">
          <ac:chgData name="Niket Shah" userId="92ecded0c44668af" providerId="LiveId" clId="{B8077597-D927-4E10-AAB6-6A1D6F00BA72}" dt="2024-12-12T18:29:18.701" v="2099" actId="478"/>
          <ac:picMkLst>
            <pc:docMk/>
            <pc:sldMk cId="1808771835" sldId="273"/>
            <ac:picMk id="5" creationId="{FFB143C6-CCA4-CB18-9A08-5DB76E442FD7}"/>
          </ac:picMkLst>
        </pc:picChg>
        <pc:picChg chg="add mod ord">
          <ac:chgData name="Niket Shah" userId="92ecded0c44668af" providerId="LiveId" clId="{B8077597-D927-4E10-AAB6-6A1D6F00BA72}" dt="2024-12-12T18:37:11.737" v="2190" actId="26606"/>
          <ac:picMkLst>
            <pc:docMk/>
            <pc:sldMk cId="1808771835" sldId="273"/>
            <ac:picMk id="9" creationId="{8C29115C-CA5D-C0CF-14CE-532C5023F14D}"/>
          </ac:picMkLst>
        </pc:picChg>
        <pc:picChg chg="add del mod">
          <ac:chgData name="Niket Shah" userId="92ecded0c44668af" providerId="LiveId" clId="{B8077597-D927-4E10-AAB6-6A1D6F00BA72}" dt="2024-12-12T18:48:32.234" v="2274" actId="478"/>
          <ac:picMkLst>
            <pc:docMk/>
            <pc:sldMk cId="1808771835" sldId="273"/>
            <ac:picMk id="13" creationId="{467956F1-2805-ED23-A39F-F859E3D1213E}"/>
          </ac:picMkLst>
        </pc:picChg>
      </pc:sldChg>
      <pc:sldChg chg="addSp delSp modSp new mod ord setBg">
        <pc:chgData name="Niket Shah" userId="92ecded0c44668af" providerId="LiveId" clId="{B8077597-D927-4E10-AAB6-6A1D6F00BA72}" dt="2024-12-12T19:19:09.660" v="2471" actId="14100"/>
        <pc:sldMkLst>
          <pc:docMk/>
          <pc:sldMk cId="1082429217" sldId="274"/>
        </pc:sldMkLst>
        <pc:spChg chg="del mod">
          <ac:chgData name="Niket Shah" userId="92ecded0c44668af" providerId="LiveId" clId="{B8077597-D927-4E10-AAB6-6A1D6F00BA72}" dt="2024-12-12T18:10:31.580" v="1961" actId="478"/>
          <ac:spMkLst>
            <pc:docMk/>
            <pc:sldMk cId="1082429217" sldId="274"/>
            <ac:spMk id="2" creationId="{981DDAF4-3818-C8CA-9DC5-1325397729E5}"/>
          </ac:spMkLst>
        </pc:spChg>
        <pc:spChg chg="del">
          <ac:chgData name="Niket Shah" userId="92ecded0c44668af" providerId="LiveId" clId="{B8077597-D927-4E10-AAB6-6A1D6F00BA72}" dt="2024-12-12T18:09:08.736" v="1934"/>
          <ac:spMkLst>
            <pc:docMk/>
            <pc:sldMk cId="1082429217" sldId="274"/>
            <ac:spMk id="3" creationId="{4904A998-8AB9-2F54-F621-35AD99F1B41B}"/>
          </ac:spMkLst>
        </pc:spChg>
        <pc:spChg chg="add del mod">
          <ac:chgData name="Niket Shah" userId="92ecded0c44668af" providerId="LiveId" clId="{B8077597-D927-4E10-AAB6-6A1D6F00BA72}" dt="2024-12-12T18:10:41.457" v="1964" actId="478"/>
          <ac:spMkLst>
            <pc:docMk/>
            <pc:sldMk cId="1082429217" sldId="274"/>
            <ac:spMk id="7" creationId="{2C86275A-F51B-45F6-4089-98094BBFF466}"/>
          </ac:spMkLst>
        </pc:spChg>
        <pc:spChg chg="add del mod">
          <ac:chgData name="Niket Shah" userId="92ecded0c44668af" providerId="LiveId" clId="{B8077597-D927-4E10-AAB6-6A1D6F00BA72}" dt="2024-12-12T18:10:37.097" v="1963" actId="478"/>
          <ac:spMkLst>
            <pc:docMk/>
            <pc:sldMk cId="1082429217" sldId="274"/>
            <ac:spMk id="9" creationId="{075D6DA9-C384-54A0-F9E2-D3D0E5FFECD9}"/>
          </ac:spMkLst>
        </pc:spChg>
        <pc:spChg chg="add del mod">
          <ac:chgData name="Niket Shah" userId="92ecded0c44668af" providerId="LiveId" clId="{B8077597-D927-4E10-AAB6-6A1D6F00BA72}" dt="2024-12-12T18:24:00.238" v="2054" actId="26606"/>
          <ac:spMkLst>
            <pc:docMk/>
            <pc:sldMk cId="1082429217" sldId="274"/>
            <ac:spMk id="10" creationId="{5D7734EE-007E-14FA-76FA-8757B2293FC4}"/>
          </ac:spMkLst>
        </pc:spChg>
        <pc:spChg chg="add del mod">
          <ac:chgData name="Niket Shah" userId="92ecded0c44668af" providerId="LiveId" clId="{B8077597-D927-4E10-AAB6-6A1D6F00BA72}" dt="2024-12-12T18:13:14.762" v="1998" actId="478"/>
          <ac:spMkLst>
            <pc:docMk/>
            <pc:sldMk cId="1082429217" sldId="274"/>
            <ac:spMk id="11" creationId="{BE50ACB3-FB79-87FC-B877-05FA287A618E}"/>
          </ac:spMkLst>
        </pc:spChg>
        <pc:spChg chg="add">
          <ac:chgData name="Niket Shah" userId="92ecded0c44668af" providerId="LiveId" clId="{B8077597-D927-4E10-AAB6-6A1D6F00BA72}" dt="2024-12-12T18:15:36.526" v="2008"/>
          <ac:spMkLst>
            <pc:docMk/>
            <pc:sldMk cId="1082429217" sldId="274"/>
            <ac:spMk id="12" creationId="{69CE8BBE-E9BC-B387-A567-CF83C8D7676B}"/>
          </ac:spMkLst>
        </pc:spChg>
        <pc:spChg chg="add del">
          <ac:chgData name="Niket Shah" userId="92ecded0c44668af" providerId="LiveId" clId="{B8077597-D927-4E10-AAB6-6A1D6F00BA72}" dt="2024-12-12T18:23:02.204" v="2047" actId="26606"/>
          <ac:spMkLst>
            <pc:docMk/>
            <pc:sldMk cId="1082429217" sldId="274"/>
            <ac:spMk id="15" creationId="{9AA72BD9-2C5A-4EDC-931F-5AA08EACA0F3}"/>
          </ac:spMkLst>
        </pc:spChg>
        <pc:spChg chg="add mod">
          <ac:chgData name="Niket Shah" userId="92ecded0c44668af" providerId="LiveId" clId="{B8077597-D927-4E10-AAB6-6A1D6F00BA72}" dt="2024-12-12T19:17:36.486" v="2439" actId="1076"/>
          <ac:spMkLst>
            <pc:docMk/>
            <pc:sldMk cId="1082429217" sldId="274"/>
            <ac:spMk id="16" creationId="{C0CCF202-5F42-CA3A-0F0D-96C2A3F93EA0}"/>
          </ac:spMkLst>
        </pc:spChg>
        <pc:spChg chg="add del">
          <ac:chgData name="Niket Shah" userId="92ecded0c44668af" providerId="LiveId" clId="{B8077597-D927-4E10-AAB6-6A1D6F00BA72}" dt="2024-12-12T18:23:02.204" v="2047" actId="26606"/>
          <ac:spMkLst>
            <pc:docMk/>
            <pc:sldMk cId="1082429217" sldId="274"/>
            <ac:spMk id="17" creationId="{8A6DB0E6-E65F-4229-A5A0-2500203B6CC3}"/>
          </ac:spMkLst>
        </pc:spChg>
        <pc:spChg chg="add del">
          <ac:chgData name="Niket Shah" userId="92ecded0c44668af" providerId="LiveId" clId="{B8077597-D927-4E10-AAB6-6A1D6F00BA72}" dt="2024-12-12T18:23:02.204" v="2047" actId="26606"/>
          <ac:spMkLst>
            <pc:docMk/>
            <pc:sldMk cId="1082429217" sldId="274"/>
            <ac:spMk id="19" creationId="{55D4142C-5077-457F-A6AD-3FECFDB39685}"/>
          </ac:spMkLst>
        </pc:spChg>
        <pc:spChg chg="add del">
          <ac:chgData name="Niket Shah" userId="92ecded0c44668af" providerId="LiveId" clId="{B8077597-D927-4E10-AAB6-6A1D6F00BA72}" dt="2024-12-12T18:23:02.204" v="2047" actId="26606"/>
          <ac:spMkLst>
            <pc:docMk/>
            <pc:sldMk cId="1082429217" sldId="274"/>
            <ac:spMk id="21" creationId="{7A5F0580-5EE9-419F-96EE-B6529EF6E7D0}"/>
          </ac:spMkLst>
        </pc:spChg>
        <pc:spChg chg="add del">
          <ac:chgData name="Niket Shah" userId="92ecded0c44668af" providerId="LiveId" clId="{B8077597-D927-4E10-AAB6-6A1D6F00BA72}" dt="2024-12-12T18:23:17.098" v="2049" actId="26606"/>
          <ac:spMkLst>
            <pc:docMk/>
            <pc:sldMk cId="1082429217" sldId="274"/>
            <ac:spMk id="23" creationId="{D0D0518B-D51A-4AC9-8054-5C1EF2EB9AC1}"/>
          </ac:spMkLst>
        </pc:spChg>
        <pc:spChg chg="add del">
          <ac:chgData name="Niket Shah" userId="92ecded0c44668af" providerId="LiveId" clId="{B8077597-D927-4E10-AAB6-6A1D6F00BA72}" dt="2024-12-12T18:23:17.098" v="2049" actId="26606"/>
          <ac:spMkLst>
            <pc:docMk/>
            <pc:sldMk cId="1082429217" sldId="274"/>
            <ac:spMk id="24" creationId="{494CEDA0-FD8E-491B-8792-69F93BDA3937}"/>
          </ac:spMkLst>
        </pc:spChg>
        <pc:spChg chg="add del">
          <ac:chgData name="Niket Shah" userId="92ecded0c44668af" providerId="LiveId" clId="{B8077597-D927-4E10-AAB6-6A1D6F00BA72}" dt="2024-12-12T18:23:17.098" v="2049" actId="26606"/>
          <ac:spMkLst>
            <pc:docMk/>
            <pc:sldMk cId="1082429217" sldId="274"/>
            <ac:spMk id="25" creationId="{0FD3EBBB-DFE8-4525-B1BF-BE7BBC8DFA7C}"/>
          </ac:spMkLst>
        </pc:spChg>
        <pc:spChg chg="add del">
          <ac:chgData name="Niket Shah" userId="92ecded0c44668af" providerId="LiveId" clId="{B8077597-D927-4E10-AAB6-6A1D6F00BA72}" dt="2024-12-12T18:23:17.098" v="2049" actId="26606"/>
          <ac:spMkLst>
            <pc:docMk/>
            <pc:sldMk cId="1082429217" sldId="274"/>
            <ac:spMk id="26" creationId="{A9362A14-6FB8-4FFC-AAA0-2E5AFF8A8D36}"/>
          </ac:spMkLst>
        </pc:spChg>
        <pc:spChg chg="add del">
          <ac:chgData name="Niket Shah" userId="92ecded0c44668af" providerId="LiveId" clId="{B8077597-D927-4E10-AAB6-6A1D6F00BA72}" dt="2024-12-12T18:24:00.222" v="2053" actId="26606"/>
          <ac:spMkLst>
            <pc:docMk/>
            <pc:sldMk cId="1082429217" sldId="274"/>
            <ac:spMk id="30" creationId="{9AA72BD9-2C5A-4EDC-931F-5AA08EACA0F3}"/>
          </ac:spMkLst>
        </pc:spChg>
        <pc:spChg chg="add del">
          <ac:chgData name="Niket Shah" userId="92ecded0c44668af" providerId="LiveId" clId="{B8077597-D927-4E10-AAB6-6A1D6F00BA72}" dt="2024-12-12T18:24:00.222" v="2053" actId="26606"/>
          <ac:spMkLst>
            <pc:docMk/>
            <pc:sldMk cId="1082429217" sldId="274"/>
            <ac:spMk id="31" creationId="{8A6DB0E6-E65F-4229-A5A0-2500203B6CC3}"/>
          </ac:spMkLst>
        </pc:spChg>
        <pc:spChg chg="add del">
          <ac:chgData name="Niket Shah" userId="92ecded0c44668af" providerId="LiveId" clId="{B8077597-D927-4E10-AAB6-6A1D6F00BA72}" dt="2024-12-12T18:24:00.222" v="2053" actId="26606"/>
          <ac:spMkLst>
            <pc:docMk/>
            <pc:sldMk cId="1082429217" sldId="274"/>
            <ac:spMk id="32" creationId="{55D4142C-5077-457F-A6AD-3FECFDB39685}"/>
          </ac:spMkLst>
        </pc:spChg>
        <pc:spChg chg="add del">
          <ac:chgData name="Niket Shah" userId="92ecded0c44668af" providerId="LiveId" clId="{B8077597-D927-4E10-AAB6-6A1D6F00BA72}" dt="2024-12-12T18:24:00.222" v="2053" actId="26606"/>
          <ac:spMkLst>
            <pc:docMk/>
            <pc:sldMk cId="1082429217" sldId="274"/>
            <ac:spMk id="33" creationId="{7A5F0580-5EE9-419F-96EE-B6529EF6E7D0}"/>
          </ac:spMkLst>
        </pc:spChg>
        <pc:spChg chg="add del">
          <ac:chgData name="Niket Shah" userId="92ecded0c44668af" providerId="LiveId" clId="{B8077597-D927-4E10-AAB6-6A1D6F00BA72}" dt="2024-12-12T18:24:00.222" v="2053" actId="26606"/>
          <ac:spMkLst>
            <pc:docMk/>
            <pc:sldMk cId="1082429217" sldId="274"/>
            <ac:spMk id="34" creationId="{5D7734EE-007E-14FA-76FA-8757B2293FC4}"/>
          </ac:spMkLst>
        </pc:spChg>
        <pc:spChg chg="add del">
          <ac:chgData name="Niket Shah" userId="92ecded0c44668af" providerId="LiveId" clId="{B8077597-D927-4E10-AAB6-6A1D6F00BA72}" dt="2024-12-12T18:25:42.649" v="2080" actId="26606"/>
          <ac:spMkLst>
            <pc:docMk/>
            <pc:sldMk cId="1082429217" sldId="274"/>
            <ac:spMk id="36" creationId="{560AFAAC-EA6C-45A9-9E03-C9C9F0193B4F}"/>
          </ac:spMkLst>
        </pc:spChg>
        <pc:spChg chg="add del">
          <ac:chgData name="Niket Shah" userId="92ecded0c44668af" providerId="LiveId" clId="{B8077597-D927-4E10-AAB6-6A1D6F00BA72}" dt="2024-12-12T18:25:42.649" v="2080" actId="26606"/>
          <ac:spMkLst>
            <pc:docMk/>
            <pc:sldMk cId="1082429217" sldId="274"/>
            <ac:spMk id="37" creationId="{83549E37-C86B-4401-90BD-D8BF83859F14}"/>
          </ac:spMkLst>
        </pc:spChg>
        <pc:spChg chg="add del">
          <ac:chgData name="Niket Shah" userId="92ecded0c44668af" providerId="LiveId" clId="{B8077597-D927-4E10-AAB6-6A1D6F00BA72}" dt="2024-12-12T18:25:42.649" v="2080" actId="26606"/>
          <ac:spMkLst>
            <pc:docMk/>
            <pc:sldMk cId="1082429217" sldId="274"/>
            <ac:spMk id="38" creationId="{8A17784E-76D8-4521-A77D-0D2EBB923004}"/>
          </ac:spMkLst>
        </pc:spChg>
        <pc:spChg chg="add del">
          <ac:chgData name="Niket Shah" userId="92ecded0c44668af" providerId="LiveId" clId="{B8077597-D927-4E10-AAB6-6A1D6F00BA72}" dt="2024-12-12T18:25:42.649" v="2080" actId="26606"/>
          <ac:spMkLst>
            <pc:docMk/>
            <pc:sldMk cId="1082429217" sldId="274"/>
            <ac:spMk id="39" creationId="{C0036C6B-F09C-4EAB-AE02-8D056EE74856}"/>
          </ac:spMkLst>
        </pc:spChg>
        <pc:spChg chg="add del">
          <ac:chgData name="Niket Shah" userId="92ecded0c44668af" providerId="LiveId" clId="{B8077597-D927-4E10-AAB6-6A1D6F00BA72}" dt="2024-12-12T18:25:42.649" v="2080" actId="26606"/>
          <ac:spMkLst>
            <pc:docMk/>
            <pc:sldMk cId="1082429217" sldId="274"/>
            <ac:spMk id="40" creationId="{FC8D5885-2804-4D3C-BE31-902E4D3279B0}"/>
          </ac:spMkLst>
        </pc:spChg>
        <pc:spChg chg="add mod">
          <ac:chgData name="Niket Shah" userId="92ecded0c44668af" providerId="LiveId" clId="{B8077597-D927-4E10-AAB6-6A1D6F00BA72}" dt="2024-12-12T19:19:09.660" v="2471" actId="14100"/>
          <ac:spMkLst>
            <pc:docMk/>
            <pc:sldMk cId="1082429217" sldId="274"/>
            <ac:spMk id="41" creationId="{5D7734EE-007E-14FA-76FA-8757B2293FC4}"/>
          </ac:spMkLst>
        </pc:spChg>
        <pc:spChg chg="add del">
          <ac:chgData name="Niket Shah" userId="92ecded0c44668af" providerId="LiveId" clId="{B8077597-D927-4E10-AAB6-6A1D6F00BA72}" dt="2024-12-12T18:25:42.649" v="2080" actId="26606"/>
          <ac:spMkLst>
            <pc:docMk/>
            <pc:sldMk cId="1082429217" sldId="274"/>
            <ac:spMk id="46" creationId="{9AA72BD9-2C5A-4EDC-931F-5AA08EACA0F3}"/>
          </ac:spMkLst>
        </pc:spChg>
        <pc:spChg chg="add del">
          <ac:chgData name="Niket Shah" userId="92ecded0c44668af" providerId="LiveId" clId="{B8077597-D927-4E10-AAB6-6A1D6F00BA72}" dt="2024-12-12T18:25:42.649" v="2080" actId="26606"/>
          <ac:spMkLst>
            <pc:docMk/>
            <pc:sldMk cId="1082429217" sldId="274"/>
            <ac:spMk id="48" creationId="{8A6DB0E6-E65F-4229-A5A0-2500203B6CC3}"/>
          </ac:spMkLst>
        </pc:spChg>
        <pc:spChg chg="add del">
          <ac:chgData name="Niket Shah" userId="92ecded0c44668af" providerId="LiveId" clId="{B8077597-D927-4E10-AAB6-6A1D6F00BA72}" dt="2024-12-12T18:25:42.649" v="2080" actId="26606"/>
          <ac:spMkLst>
            <pc:docMk/>
            <pc:sldMk cId="1082429217" sldId="274"/>
            <ac:spMk id="50" creationId="{55D4142C-5077-457F-A6AD-3FECFDB39685}"/>
          </ac:spMkLst>
        </pc:spChg>
        <pc:spChg chg="add del">
          <ac:chgData name="Niket Shah" userId="92ecded0c44668af" providerId="LiveId" clId="{B8077597-D927-4E10-AAB6-6A1D6F00BA72}" dt="2024-12-12T18:25:42.649" v="2080" actId="26606"/>
          <ac:spMkLst>
            <pc:docMk/>
            <pc:sldMk cId="1082429217" sldId="274"/>
            <ac:spMk id="52" creationId="{7A5F0580-5EE9-419F-96EE-B6529EF6E7D0}"/>
          </ac:spMkLst>
        </pc:spChg>
        <pc:spChg chg="add del">
          <ac:chgData name="Niket Shah" userId="92ecded0c44668af" providerId="LiveId" clId="{B8077597-D927-4E10-AAB6-6A1D6F00BA72}" dt="2024-12-12T18:25:09.016" v="2060" actId="26606"/>
          <ac:spMkLst>
            <pc:docMk/>
            <pc:sldMk cId="1082429217" sldId="274"/>
            <ac:spMk id="57" creationId="{9AA72BD9-2C5A-4EDC-931F-5AA08EACA0F3}"/>
          </ac:spMkLst>
        </pc:spChg>
        <pc:spChg chg="add del">
          <ac:chgData name="Niket Shah" userId="92ecded0c44668af" providerId="LiveId" clId="{B8077597-D927-4E10-AAB6-6A1D6F00BA72}" dt="2024-12-12T18:25:09.016" v="2060" actId="26606"/>
          <ac:spMkLst>
            <pc:docMk/>
            <pc:sldMk cId="1082429217" sldId="274"/>
            <ac:spMk id="59" creationId="{8A6DB0E6-E65F-4229-A5A0-2500203B6CC3}"/>
          </ac:spMkLst>
        </pc:spChg>
        <pc:spChg chg="add del">
          <ac:chgData name="Niket Shah" userId="92ecded0c44668af" providerId="LiveId" clId="{B8077597-D927-4E10-AAB6-6A1D6F00BA72}" dt="2024-12-12T18:25:09.016" v="2060" actId="26606"/>
          <ac:spMkLst>
            <pc:docMk/>
            <pc:sldMk cId="1082429217" sldId="274"/>
            <ac:spMk id="61" creationId="{55D4142C-5077-457F-A6AD-3FECFDB39685}"/>
          </ac:spMkLst>
        </pc:spChg>
        <pc:spChg chg="add del">
          <ac:chgData name="Niket Shah" userId="92ecded0c44668af" providerId="LiveId" clId="{B8077597-D927-4E10-AAB6-6A1D6F00BA72}" dt="2024-12-12T18:25:09.016" v="2060" actId="26606"/>
          <ac:spMkLst>
            <pc:docMk/>
            <pc:sldMk cId="1082429217" sldId="274"/>
            <ac:spMk id="63" creationId="{7A5F0580-5EE9-419F-96EE-B6529EF6E7D0}"/>
          </ac:spMkLst>
        </pc:spChg>
        <pc:graphicFrameChg chg="add del mod">
          <ac:chgData name="Niket Shah" userId="92ecded0c44668af" providerId="LiveId" clId="{B8077597-D927-4E10-AAB6-6A1D6F00BA72}" dt="2024-12-12T18:17:20.319" v="2012" actId="478"/>
          <ac:graphicFrameMkLst>
            <pc:docMk/>
            <pc:sldMk cId="1082429217" sldId="274"/>
            <ac:graphicFrameMk id="13" creationId="{FDA24C59-D575-E7F0-FB0C-671E4C12C1F8}"/>
          </ac:graphicFrameMkLst>
        </pc:graphicFrameChg>
        <pc:graphicFrameChg chg="add del">
          <ac:chgData name="Niket Shah" userId="92ecded0c44668af" providerId="LiveId" clId="{B8077597-D927-4E10-AAB6-6A1D6F00BA72}" dt="2024-12-12T18:23:31.237" v="2051" actId="26606"/>
          <ac:graphicFrameMkLst>
            <pc:docMk/>
            <pc:sldMk cId="1082429217" sldId="274"/>
            <ac:graphicFrameMk id="28" creationId="{5B868822-D4A5-5E6E-B035-78D2283E0A81}"/>
          </ac:graphicFrameMkLst>
        </pc:graphicFrameChg>
        <pc:picChg chg="add del mod ord">
          <ac:chgData name="Niket Shah" userId="92ecded0c44668af" providerId="LiveId" clId="{B8077597-D927-4E10-AAB6-6A1D6F00BA72}" dt="2024-12-12T18:26:39.308" v="2093" actId="14100"/>
          <ac:picMkLst>
            <pc:docMk/>
            <pc:sldMk cId="1082429217" sldId="274"/>
            <ac:picMk id="5" creationId="{50E3A0F6-C213-5465-9CBE-ED7DC2949787}"/>
          </ac:picMkLst>
        </pc:picChg>
        <pc:picChg chg="add mod">
          <ac:chgData name="Niket Shah" userId="92ecded0c44668af" providerId="LiveId" clId="{B8077597-D927-4E10-AAB6-6A1D6F00BA72}" dt="2024-12-12T18:47:58.814" v="2271"/>
          <ac:picMkLst>
            <pc:docMk/>
            <pc:sldMk cId="1082429217" sldId="274"/>
            <ac:picMk id="14" creationId="{63FF7F2E-63CA-DD7E-AA4D-07429431E3D5}"/>
          </ac:picMkLst>
        </pc:picChg>
      </pc:sldChg>
      <pc:sldChg chg="addSp delSp modSp new mod setBg">
        <pc:chgData name="Niket Shah" userId="92ecded0c44668af" providerId="LiveId" clId="{B8077597-D927-4E10-AAB6-6A1D6F00BA72}" dt="2024-12-12T19:20:02.930" v="2477" actId="255"/>
        <pc:sldMkLst>
          <pc:docMk/>
          <pc:sldMk cId="976644268" sldId="275"/>
        </pc:sldMkLst>
        <pc:spChg chg="mod ord">
          <ac:chgData name="Niket Shah" userId="92ecded0c44668af" providerId="LiveId" clId="{B8077597-D927-4E10-AAB6-6A1D6F00BA72}" dt="2024-12-12T19:16:07.389" v="2406" actId="255"/>
          <ac:spMkLst>
            <pc:docMk/>
            <pc:sldMk cId="976644268" sldId="275"/>
            <ac:spMk id="2" creationId="{FED5D709-E024-A286-4E40-5B7E9B46C806}"/>
          </ac:spMkLst>
        </pc:spChg>
        <pc:spChg chg="del">
          <ac:chgData name="Niket Shah" userId="92ecded0c44668af" providerId="LiveId" clId="{B8077597-D927-4E10-AAB6-6A1D6F00BA72}" dt="2024-12-12T18:39:29.900" v="2191"/>
          <ac:spMkLst>
            <pc:docMk/>
            <pc:sldMk cId="976644268" sldId="275"/>
            <ac:spMk id="3" creationId="{07D25211-E52B-841A-3178-231B647651CF}"/>
          </ac:spMkLst>
        </pc:spChg>
        <pc:spChg chg="add mod">
          <ac:chgData name="Niket Shah" userId="92ecded0c44668af" providerId="LiveId" clId="{B8077597-D927-4E10-AAB6-6A1D6F00BA72}" dt="2024-12-12T19:20:02.930" v="2477" actId="255"/>
          <ac:spMkLst>
            <pc:docMk/>
            <pc:sldMk cId="976644268" sldId="275"/>
            <ac:spMk id="9" creationId="{738982C9-27F1-36D0-BD09-51E9B2F4F5D6}"/>
          </ac:spMkLst>
        </pc:spChg>
        <pc:spChg chg="add">
          <ac:chgData name="Niket Shah" userId="92ecded0c44668af" providerId="LiveId" clId="{B8077597-D927-4E10-AAB6-6A1D6F00BA72}" dt="2024-12-12T18:39:53.042" v="2194" actId="26606"/>
          <ac:spMkLst>
            <pc:docMk/>
            <pc:sldMk cId="976644268" sldId="275"/>
            <ac:spMk id="12" creationId="{9AA72BD9-2C5A-4EDC-931F-5AA08EACA0F3}"/>
          </ac:spMkLst>
        </pc:spChg>
        <pc:spChg chg="add">
          <ac:chgData name="Niket Shah" userId="92ecded0c44668af" providerId="LiveId" clId="{B8077597-D927-4E10-AAB6-6A1D6F00BA72}" dt="2024-12-12T18:39:53.042" v="2194" actId="26606"/>
          <ac:spMkLst>
            <pc:docMk/>
            <pc:sldMk cId="976644268" sldId="275"/>
            <ac:spMk id="14" creationId="{8A6DB0E6-E65F-4229-A5A0-2500203B6CC3}"/>
          </ac:spMkLst>
        </pc:spChg>
        <pc:spChg chg="add">
          <ac:chgData name="Niket Shah" userId="92ecded0c44668af" providerId="LiveId" clId="{B8077597-D927-4E10-AAB6-6A1D6F00BA72}" dt="2024-12-12T18:39:53.042" v="2194" actId="26606"/>
          <ac:spMkLst>
            <pc:docMk/>
            <pc:sldMk cId="976644268" sldId="275"/>
            <ac:spMk id="16" creationId="{55D4142C-5077-457F-A6AD-3FECFDB39685}"/>
          </ac:spMkLst>
        </pc:spChg>
        <pc:spChg chg="add">
          <ac:chgData name="Niket Shah" userId="92ecded0c44668af" providerId="LiveId" clId="{B8077597-D927-4E10-AAB6-6A1D6F00BA72}" dt="2024-12-12T18:39:53.042" v="2194" actId="26606"/>
          <ac:spMkLst>
            <pc:docMk/>
            <pc:sldMk cId="976644268" sldId="275"/>
            <ac:spMk id="18" creationId="{7A5F0580-5EE9-419F-96EE-B6529EF6E7D0}"/>
          </ac:spMkLst>
        </pc:spChg>
        <pc:picChg chg="add mod">
          <ac:chgData name="Niket Shah" userId="92ecded0c44668af" providerId="LiveId" clId="{B8077597-D927-4E10-AAB6-6A1D6F00BA72}" dt="2024-12-12T18:42:27.382" v="2236" actId="14100"/>
          <ac:picMkLst>
            <pc:docMk/>
            <pc:sldMk cId="976644268" sldId="275"/>
            <ac:picMk id="5" creationId="{8D08A369-CC31-BBEE-7E22-883084F5BA5D}"/>
          </ac:picMkLst>
        </pc:picChg>
        <pc:picChg chg="add mod">
          <ac:chgData name="Niket Shah" userId="92ecded0c44668af" providerId="LiveId" clId="{B8077597-D927-4E10-AAB6-6A1D6F00BA72}" dt="2024-12-12T18:48:56.454" v="2277" actId="1076"/>
          <ac:picMkLst>
            <pc:docMk/>
            <pc:sldMk cId="976644268" sldId="275"/>
            <ac:picMk id="6" creationId="{BB4DA81F-7F47-96CE-DBDA-F7006234B400}"/>
          </ac:picMkLst>
        </pc:picChg>
      </pc:sldChg>
      <pc:sldChg chg="addSp delSp modSp new mod setBg">
        <pc:chgData name="Niket Shah" userId="92ecded0c44668af" providerId="LiveId" clId="{B8077597-D927-4E10-AAB6-6A1D6F00BA72}" dt="2024-12-12T19:21:04.503" v="2486" actId="1076"/>
        <pc:sldMkLst>
          <pc:docMk/>
          <pc:sldMk cId="3622008592" sldId="276"/>
        </pc:sldMkLst>
        <pc:spChg chg="del mod">
          <ac:chgData name="Niket Shah" userId="92ecded0c44668af" providerId="LiveId" clId="{B8077597-D927-4E10-AAB6-6A1D6F00BA72}" dt="2024-12-12T19:01:38.105" v="2298" actId="478"/>
          <ac:spMkLst>
            <pc:docMk/>
            <pc:sldMk cId="3622008592" sldId="276"/>
            <ac:spMk id="2" creationId="{5F192530-1CCB-EAA8-A436-FB7CBB3C4519}"/>
          </ac:spMkLst>
        </pc:spChg>
        <pc:spChg chg="del">
          <ac:chgData name="Niket Shah" userId="92ecded0c44668af" providerId="LiveId" clId="{B8077597-D927-4E10-AAB6-6A1D6F00BA72}" dt="2024-12-12T18:59:36.498" v="2278"/>
          <ac:spMkLst>
            <pc:docMk/>
            <pc:sldMk cId="3622008592" sldId="276"/>
            <ac:spMk id="3" creationId="{07407FFA-271E-4708-9171-EAFCE488CFE5}"/>
          </ac:spMkLst>
        </pc:spChg>
        <pc:spChg chg="add mod">
          <ac:chgData name="Niket Shah" userId="92ecded0c44668af" providerId="LiveId" clId="{B8077597-D927-4E10-AAB6-6A1D6F00BA72}" dt="2024-12-12T19:01:49.380" v="2299" actId="767"/>
          <ac:spMkLst>
            <pc:docMk/>
            <pc:sldMk cId="3622008592" sldId="276"/>
            <ac:spMk id="6" creationId="{D2F389B7-084B-260B-5DA9-126636DEF554}"/>
          </ac:spMkLst>
        </pc:spChg>
        <pc:spChg chg="add mod">
          <ac:chgData name="Niket Shah" userId="92ecded0c44668af" providerId="LiveId" clId="{B8077597-D927-4E10-AAB6-6A1D6F00BA72}" dt="2024-12-12T19:21:04.503" v="2486" actId="1076"/>
          <ac:spMkLst>
            <pc:docMk/>
            <pc:sldMk cId="3622008592" sldId="276"/>
            <ac:spMk id="7" creationId="{42C99CBF-4706-1FBE-6E6D-611A2D02020A}"/>
          </ac:spMkLst>
        </pc:spChg>
        <pc:spChg chg="add del">
          <ac:chgData name="Niket Shah" userId="92ecded0c44668af" providerId="LiveId" clId="{B8077597-D927-4E10-AAB6-6A1D6F00BA72}" dt="2024-12-12T19:00:52.857" v="2289" actId="26606"/>
          <ac:spMkLst>
            <pc:docMk/>
            <pc:sldMk cId="3622008592" sldId="276"/>
            <ac:spMk id="9" creationId="{C7AE5D9F-82C3-08D4-0FF4-B84F0FD85487}"/>
          </ac:spMkLst>
        </pc:spChg>
        <pc:spChg chg="add del">
          <ac:chgData name="Niket Shah" userId="92ecded0c44668af" providerId="LiveId" clId="{B8077597-D927-4E10-AAB6-6A1D6F00BA72}" dt="2024-12-12T19:00:52.857" v="2289" actId="26606"/>
          <ac:spMkLst>
            <pc:docMk/>
            <pc:sldMk cId="3622008592" sldId="276"/>
            <ac:spMk id="12" creationId="{4E2ED6F9-63C3-4A8D-9BB4-1EA62533B672}"/>
          </ac:spMkLst>
        </pc:spChg>
        <pc:spChg chg="add del">
          <ac:chgData name="Niket Shah" userId="92ecded0c44668af" providerId="LiveId" clId="{B8077597-D927-4E10-AAB6-6A1D6F00BA72}" dt="2024-12-12T19:00:52.857" v="2289" actId="26606"/>
          <ac:spMkLst>
            <pc:docMk/>
            <pc:sldMk cId="3622008592" sldId="276"/>
            <ac:spMk id="14" creationId="{6D72081E-AD41-4FBB-B02B-698A68DBCA5E}"/>
          </ac:spMkLst>
        </pc:spChg>
        <pc:spChg chg="add del">
          <ac:chgData name="Niket Shah" userId="92ecded0c44668af" providerId="LiveId" clId="{B8077597-D927-4E10-AAB6-6A1D6F00BA72}" dt="2024-12-12T19:00:52.857" v="2289" actId="26606"/>
          <ac:spMkLst>
            <pc:docMk/>
            <pc:sldMk cId="3622008592" sldId="276"/>
            <ac:spMk id="16" creationId="{716248AD-805F-41BF-9B57-FC53E5B32F98}"/>
          </ac:spMkLst>
        </pc:spChg>
        <pc:spChg chg="add del">
          <ac:chgData name="Niket Shah" userId="92ecded0c44668af" providerId="LiveId" clId="{B8077597-D927-4E10-AAB6-6A1D6F00BA72}" dt="2024-12-12T19:00:52.857" v="2289" actId="26606"/>
          <ac:spMkLst>
            <pc:docMk/>
            <pc:sldMk cId="3622008592" sldId="276"/>
            <ac:spMk id="18" creationId="{1F82758F-B2B3-4F0A-BB90-4BFFEDD166D6}"/>
          </ac:spMkLst>
        </pc:spChg>
        <pc:picChg chg="add mod ord">
          <ac:chgData name="Niket Shah" userId="92ecded0c44668af" providerId="LiveId" clId="{B8077597-D927-4E10-AAB6-6A1D6F00BA72}" dt="2024-12-12T19:01:29.192" v="2297" actId="167"/>
          <ac:picMkLst>
            <pc:docMk/>
            <pc:sldMk cId="3622008592" sldId="276"/>
            <ac:picMk id="5" creationId="{437AC520-9BE9-7A6B-5EBE-3946F3CDB660}"/>
          </ac:picMkLst>
        </pc:picChg>
      </pc:sldChg>
      <pc:sldChg chg="addSp delSp modSp new mod setBg">
        <pc:chgData name="Niket Shah" userId="92ecded0c44668af" providerId="LiveId" clId="{B8077597-D927-4E10-AAB6-6A1D6F00BA72}" dt="2024-12-12T19:15:15.005" v="2403" actId="14100"/>
        <pc:sldMkLst>
          <pc:docMk/>
          <pc:sldMk cId="917422368" sldId="277"/>
        </pc:sldMkLst>
        <pc:spChg chg="mod ord">
          <ac:chgData name="Niket Shah" userId="92ecded0c44668af" providerId="LiveId" clId="{B8077597-D927-4E10-AAB6-6A1D6F00BA72}" dt="2024-12-12T19:14:39.514" v="2397" actId="26606"/>
          <ac:spMkLst>
            <pc:docMk/>
            <pc:sldMk cId="917422368" sldId="277"/>
            <ac:spMk id="2" creationId="{ABCEA5F4-CCF5-1F6E-864D-A7EFEA7A0646}"/>
          </ac:spMkLst>
        </pc:spChg>
        <pc:spChg chg="del">
          <ac:chgData name="Niket Shah" userId="92ecded0c44668af" providerId="LiveId" clId="{B8077597-D927-4E10-AAB6-6A1D6F00BA72}" dt="2024-12-12T19:11:11.462" v="2363"/>
          <ac:spMkLst>
            <pc:docMk/>
            <pc:sldMk cId="917422368" sldId="277"/>
            <ac:spMk id="3" creationId="{F407629A-0F8B-ADFC-E1AC-5AAA32259C4F}"/>
          </ac:spMkLst>
        </pc:spChg>
        <pc:spChg chg="add mod">
          <ac:chgData name="Niket Shah" userId="92ecded0c44668af" providerId="LiveId" clId="{B8077597-D927-4E10-AAB6-6A1D6F00BA72}" dt="2024-12-12T19:14:05.427" v="2391"/>
          <ac:spMkLst>
            <pc:docMk/>
            <pc:sldMk cId="917422368" sldId="277"/>
            <ac:spMk id="6" creationId="{B55873F9-5762-6C32-6172-C3A557076C26}"/>
          </ac:spMkLst>
        </pc:spChg>
        <pc:spChg chg="add del mod">
          <ac:chgData name="Niket Shah" userId="92ecded0c44668af" providerId="LiveId" clId="{B8077597-D927-4E10-AAB6-6A1D6F00BA72}" dt="2024-12-12T19:15:15.005" v="2403" actId="14100"/>
          <ac:spMkLst>
            <pc:docMk/>
            <pc:sldMk cId="917422368" sldId="277"/>
            <ac:spMk id="9" creationId="{9D85EB92-3283-5536-6704-D29418F2FBFD}"/>
          </ac:spMkLst>
        </pc:spChg>
        <pc:spChg chg="add del">
          <ac:chgData name="Niket Shah" userId="92ecded0c44668af" providerId="LiveId" clId="{B8077597-D927-4E10-AAB6-6A1D6F00BA72}" dt="2024-12-12T19:14:39.530" v="2398" actId="26606"/>
          <ac:spMkLst>
            <pc:docMk/>
            <pc:sldMk cId="917422368" sldId="277"/>
            <ac:spMk id="12" creationId="{D1A4588A-55D5-49B8-BE41-54ACDCFF2C17}"/>
          </ac:spMkLst>
        </pc:spChg>
        <pc:spChg chg="add del">
          <ac:chgData name="Niket Shah" userId="92ecded0c44668af" providerId="LiveId" clId="{B8077597-D927-4E10-AAB6-6A1D6F00BA72}" dt="2024-12-12T19:14:39.530" v="2398" actId="26606"/>
          <ac:spMkLst>
            <pc:docMk/>
            <pc:sldMk cId="917422368" sldId="277"/>
            <ac:spMk id="14" creationId="{F97E7EA2-EDCD-47E9-81BC-415C606D1B58}"/>
          </ac:spMkLst>
        </pc:spChg>
        <pc:spChg chg="add del">
          <ac:chgData name="Niket Shah" userId="92ecded0c44668af" providerId="LiveId" clId="{B8077597-D927-4E10-AAB6-6A1D6F00BA72}" dt="2024-12-12T19:14:39.514" v="2397" actId="26606"/>
          <ac:spMkLst>
            <pc:docMk/>
            <pc:sldMk cId="917422368" sldId="277"/>
            <ac:spMk id="19" creationId="{4E2ED6F9-63C3-4A8D-9BB4-1EA62533B672}"/>
          </ac:spMkLst>
        </pc:spChg>
        <pc:spChg chg="add del">
          <ac:chgData name="Niket Shah" userId="92ecded0c44668af" providerId="LiveId" clId="{B8077597-D927-4E10-AAB6-6A1D6F00BA72}" dt="2024-12-12T19:14:39.514" v="2397" actId="26606"/>
          <ac:spMkLst>
            <pc:docMk/>
            <pc:sldMk cId="917422368" sldId="277"/>
            <ac:spMk id="21" creationId="{6D72081E-AD41-4FBB-B02B-698A68DBCA5E}"/>
          </ac:spMkLst>
        </pc:spChg>
        <pc:spChg chg="add del">
          <ac:chgData name="Niket Shah" userId="92ecded0c44668af" providerId="LiveId" clId="{B8077597-D927-4E10-AAB6-6A1D6F00BA72}" dt="2024-12-12T19:14:39.514" v="2397" actId="26606"/>
          <ac:spMkLst>
            <pc:docMk/>
            <pc:sldMk cId="917422368" sldId="277"/>
            <ac:spMk id="23" creationId="{716248AD-805F-41BF-9B57-FC53E5B32F98}"/>
          </ac:spMkLst>
        </pc:spChg>
        <pc:spChg chg="add del">
          <ac:chgData name="Niket Shah" userId="92ecded0c44668af" providerId="LiveId" clId="{B8077597-D927-4E10-AAB6-6A1D6F00BA72}" dt="2024-12-12T19:14:39.514" v="2397" actId="26606"/>
          <ac:spMkLst>
            <pc:docMk/>
            <pc:sldMk cId="917422368" sldId="277"/>
            <ac:spMk id="25" creationId="{1F82758F-B2B3-4F0A-BB90-4BFFEDD166D6}"/>
          </ac:spMkLst>
        </pc:spChg>
        <pc:spChg chg="add">
          <ac:chgData name="Niket Shah" userId="92ecded0c44668af" providerId="LiveId" clId="{B8077597-D927-4E10-AAB6-6A1D6F00BA72}" dt="2024-12-12T19:14:39.530" v="2398" actId="26606"/>
          <ac:spMkLst>
            <pc:docMk/>
            <pc:sldMk cId="917422368" sldId="277"/>
            <ac:spMk id="27" creationId="{D1A4588A-55D5-49B8-BE41-54ACDCFF2C17}"/>
          </ac:spMkLst>
        </pc:spChg>
        <pc:spChg chg="add">
          <ac:chgData name="Niket Shah" userId="92ecded0c44668af" providerId="LiveId" clId="{B8077597-D927-4E10-AAB6-6A1D6F00BA72}" dt="2024-12-12T19:14:39.530" v="2398" actId="26606"/>
          <ac:spMkLst>
            <pc:docMk/>
            <pc:sldMk cId="917422368" sldId="277"/>
            <ac:spMk id="28" creationId="{F97E7EA2-EDCD-47E9-81BC-415C606D1B58}"/>
          </ac:spMkLst>
        </pc:spChg>
        <pc:picChg chg="add mod ord">
          <ac:chgData name="Niket Shah" userId="92ecded0c44668af" providerId="LiveId" clId="{B8077597-D927-4E10-AAB6-6A1D6F00BA72}" dt="2024-12-12T19:14:39.530" v="2398" actId="26606"/>
          <ac:picMkLst>
            <pc:docMk/>
            <pc:sldMk cId="917422368" sldId="277"/>
            <ac:picMk id="5" creationId="{456178A8-F9D4-50E7-0FCA-74B83FBF407E}"/>
          </ac:picMkLst>
        </pc:picChg>
      </pc:sldChg>
      <pc:sldChg chg="addSp delSp modSp new mod setBg delDesignElem">
        <pc:chgData name="Niket Shah" userId="92ecded0c44668af" providerId="LiveId" clId="{B8077597-D927-4E10-AAB6-6A1D6F00BA72}" dt="2024-12-12T19:34:32.666" v="2619" actId="14100"/>
        <pc:sldMkLst>
          <pc:docMk/>
          <pc:sldMk cId="2255295380" sldId="278"/>
        </pc:sldMkLst>
        <pc:spChg chg="del">
          <ac:chgData name="Niket Shah" userId="92ecded0c44668af" providerId="LiveId" clId="{B8077597-D927-4E10-AAB6-6A1D6F00BA72}" dt="2024-12-12T19:29:25.267" v="2546" actId="478"/>
          <ac:spMkLst>
            <pc:docMk/>
            <pc:sldMk cId="2255295380" sldId="278"/>
            <ac:spMk id="2" creationId="{64A7774A-E855-D23D-015B-520007D91B59}"/>
          </ac:spMkLst>
        </pc:spChg>
        <pc:spChg chg="del">
          <ac:chgData name="Niket Shah" userId="92ecded0c44668af" providerId="LiveId" clId="{B8077597-D927-4E10-AAB6-6A1D6F00BA72}" dt="2024-12-12T19:29:27.433" v="2547" actId="478"/>
          <ac:spMkLst>
            <pc:docMk/>
            <pc:sldMk cId="2255295380" sldId="278"/>
            <ac:spMk id="3" creationId="{ADABE0FD-BFC2-A658-3116-69FF55631DA9}"/>
          </ac:spMkLst>
        </pc:spChg>
        <pc:spChg chg="add del mod">
          <ac:chgData name="Niket Shah" userId="92ecded0c44668af" providerId="LiveId" clId="{B8077597-D927-4E10-AAB6-6A1D6F00BA72}" dt="2024-12-12T19:28:59.429" v="2545" actId="478"/>
          <ac:spMkLst>
            <pc:docMk/>
            <pc:sldMk cId="2255295380" sldId="278"/>
            <ac:spMk id="5" creationId="{B0D20929-1B95-98F5-1D0B-E953167FE8C0}"/>
          </ac:spMkLst>
        </pc:spChg>
        <pc:spChg chg="add mod ord">
          <ac:chgData name="Niket Shah" userId="92ecded0c44668af" providerId="LiveId" clId="{B8077597-D927-4E10-AAB6-6A1D6F00BA72}" dt="2024-12-12T19:33:55.525" v="2617" actId="20577"/>
          <ac:spMkLst>
            <pc:docMk/>
            <pc:sldMk cId="2255295380" sldId="278"/>
            <ac:spMk id="7" creationId="{E801D036-93B7-9EF7-7DD9-61977E0DDA07}"/>
          </ac:spMkLst>
        </pc:spChg>
        <pc:spChg chg="add del">
          <ac:chgData name="Niket Shah" userId="92ecded0c44668af" providerId="LiveId" clId="{B8077597-D927-4E10-AAB6-6A1D6F00BA72}" dt="2024-12-12T19:31:45.333" v="2559" actId="26606"/>
          <ac:spMkLst>
            <pc:docMk/>
            <pc:sldMk cId="2255295380" sldId="278"/>
            <ac:spMk id="12" creationId="{0288C6B4-AFC3-407F-A595-EFFD38D4CCAF}"/>
          </ac:spMkLst>
        </pc:spChg>
        <pc:spChg chg="add del">
          <ac:chgData name="Niket Shah" userId="92ecded0c44668af" providerId="LiveId" clId="{B8077597-D927-4E10-AAB6-6A1D6F00BA72}" dt="2024-12-12T19:30:12.974" v="2551" actId="26606"/>
          <ac:spMkLst>
            <pc:docMk/>
            <pc:sldMk cId="2255295380" sldId="278"/>
            <ac:spMk id="13" creationId="{94E4D846-3AFC-4F86-8C35-24B0542A269D}"/>
          </ac:spMkLst>
        </pc:spChg>
        <pc:spChg chg="add del">
          <ac:chgData name="Niket Shah" userId="92ecded0c44668af" providerId="LiveId" clId="{B8077597-D927-4E10-AAB6-6A1D6F00BA72}" dt="2024-12-12T19:31:45.333" v="2559" actId="26606"/>
          <ac:spMkLst>
            <pc:docMk/>
            <pc:sldMk cId="2255295380" sldId="278"/>
            <ac:spMk id="14" creationId="{CF236821-17FE-429B-8D2C-08E13A64EA40}"/>
          </ac:spMkLst>
        </pc:spChg>
        <pc:spChg chg="add del">
          <ac:chgData name="Niket Shah" userId="92ecded0c44668af" providerId="LiveId" clId="{B8077597-D927-4E10-AAB6-6A1D6F00BA72}" dt="2024-12-12T19:30:12.974" v="2551" actId="26606"/>
          <ac:spMkLst>
            <pc:docMk/>
            <pc:sldMk cId="2255295380" sldId="278"/>
            <ac:spMk id="15" creationId="{4F981527-1C7E-4847-B180-945BFB1A8D73}"/>
          </ac:spMkLst>
        </pc:spChg>
        <pc:spChg chg="add del">
          <ac:chgData name="Niket Shah" userId="92ecded0c44668af" providerId="LiveId" clId="{B8077597-D927-4E10-AAB6-6A1D6F00BA72}" dt="2024-12-12T19:31:45.333" v="2559" actId="26606"/>
          <ac:spMkLst>
            <pc:docMk/>
            <pc:sldMk cId="2255295380" sldId="278"/>
            <ac:spMk id="16" creationId="{C0BDBCD2-E081-43AB-9119-C55465E59757}"/>
          </ac:spMkLst>
        </pc:spChg>
        <pc:spChg chg="add del">
          <ac:chgData name="Niket Shah" userId="92ecded0c44668af" providerId="LiveId" clId="{B8077597-D927-4E10-AAB6-6A1D6F00BA72}" dt="2024-12-12T19:30:12.974" v="2551" actId="26606"/>
          <ac:spMkLst>
            <pc:docMk/>
            <pc:sldMk cId="2255295380" sldId="278"/>
            <ac:spMk id="17" creationId="{55D4142C-5077-457F-A6AD-3FECFDB39685}"/>
          </ac:spMkLst>
        </pc:spChg>
        <pc:spChg chg="add del">
          <ac:chgData name="Niket Shah" userId="92ecded0c44668af" providerId="LiveId" clId="{B8077597-D927-4E10-AAB6-6A1D6F00BA72}" dt="2024-12-12T19:32:44.522" v="2567" actId="26606"/>
          <ac:spMkLst>
            <pc:docMk/>
            <pc:sldMk cId="2255295380" sldId="278"/>
            <ac:spMk id="18" creationId="{C2E4E997-8672-4FFD-B8EC-9932A8E4714B}"/>
          </ac:spMkLst>
        </pc:spChg>
        <pc:spChg chg="add del">
          <ac:chgData name="Niket Shah" userId="92ecded0c44668af" providerId="LiveId" clId="{B8077597-D927-4E10-AAB6-6A1D6F00BA72}" dt="2024-12-12T19:30:12.974" v="2551" actId="26606"/>
          <ac:spMkLst>
            <pc:docMk/>
            <pc:sldMk cId="2255295380" sldId="278"/>
            <ac:spMk id="19" creationId="{7A5F0580-5EE9-419F-96EE-B6529EF6E7D0}"/>
          </ac:spMkLst>
        </pc:spChg>
        <pc:spChg chg="add del">
          <ac:chgData name="Niket Shah" userId="92ecded0c44668af" providerId="LiveId" clId="{B8077597-D927-4E10-AAB6-6A1D6F00BA72}" dt="2024-12-12T19:31:45.333" v="2559" actId="26606"/>
          <ac:spMkLst>
            <pc:docMk/>
            <pc:sldMk cId="2255295380" sldId="278"/>
            <ac:spMk id="21" creationId="{98E79BE4-34FE-485A-98A5-92CE8F7C4743}"/>
          </ac:spMkLst>
        </pc:spChg>
        <pc:spChg chg="add del">
          <ac:chgData name="Niket Shah" userId="92ecded0c44668af" providerId="LiveId" clId="{B8077597-D927-4E10-AAB6-6A1D6F00BA72}" dt="2024-12-12T19:31:45.333" v="2559" actId="26606"/>
          <ac:spMkLst>
            <pc:docMk/>
            <pc:sldMk cId="2255295380" sldId="278"/>
            <ac:spMk id="23" creationId="{7A5F0580-5EE9-419F-96EE-B6529EF6E7D0}"/>
          </ac:spMkLst>
        </pc:spChg>
        <pc:spChg chg="add del">
          <ac:chgData name="Niket Shah" userId="92ecded0c44668af" providerId="LiveId" clId="{B8077597-D927-4E10-AAB6-6A1D6F00BA72}" dt="2024-12-12T19:31:45.318" v="2558" actId="26606"/>
          <ac:spMkLst>
            <pc:docMk/>
            <pc:sldMk cId="2255295380" sldId="278"/>
            <ac:spMk id="28" creationId="{8108D317-7CBD-4897-BD1F-959436D2A3BE}"/>
          </ac:spMkLst>
        </pc:spChg>
        <pc:spChg chg="add del">
          <ac:chgData name="Niket Shah" userId="92ecded0c44668af" providerId="LiveId" clId="{B8077597-D927-4E10-AAB6-6A1D6F00BA72}" dt="2024-12-12T19:31:45.318" v="2558" actId="26606"/>
          <ac:spMkLst>
            <pc:docMk/>
            <pc:sldMk cId="2255295380" sldId="278"/>
            <ac:spMk id="30" creationId="{D6297641-8B9F-4767-9606-8A11313227BF}"/>
          </ac:spMkLst>
        </pc:spChg>
        <pc:spChg chg="add del">
          <ac:chgData name="Niket Shah" userId="92ecded0c44668af" providerId="LiveId" clId="{B8077597-D927-4E10-AAB6-6A1D6F00BA72}" dt="2024-12-12T19:31:45.318" v="2558" actId="26606"/>
          <ac:spMkLst>
            <pc:docMk/>
            <pc:sldMk cId="2255295380" sldId="278"/>
            <ac:spMk id="32" creationId="{D8F3CA65-EA00-46B4-9616-39E6853F7BED}"/>
          </ac:spMkLst>
        </pc:spChg>
        <pc:spChg chg="add del">
          <ac:chgData name="Niket Shah" userId="92ecded0c44668af" providerId="LiveId" clId="{B8077597-D927-4E10-AAB6-6A1D6F00BA72}" dt="2024-12-12T19:32:22.946" v="2565"/>
          <ac:spMkLst>
            <pc:docMk/>
            <pc:sldMk cId="2255295380" sldId="278"/>
            <ac:spMk id="34" creationId="{98E79BE4-34FE-485A-98A5-92CE8F7C4743}"/>
          </ac:spMkLst>
        </pc:spChg>
        <pc:spChg chg="add del">
          <ac:chgData name="Niket Shah" userId="92ecded0c44668af" providerId="LiveId" clId="{B8077597-D927-4E10-AAB6-6A1D6F00BA72}" dt="2024-12-12T19:32:22.946" v="2565"/>
          <ac:spMkLst>
            <pc:docMk/>
            <pc:sldMk cId="2255295380" sldId="278"/>
            <ac:spMk id="35" creationId="{0288C6B4-AFC3-407F-A595-EFFD38D4CCAF}"/>
          </ac:spMkLst>
        </pc:spChg>
        <pc:spChg chg="add del">
          <ac:chgData name="Niket Shah" userId="92ecded0c44668af" providerId="LiveId" clId="{B8077597-D927-4E10-AAB6-6A1D6F00BA72}" dt="2024-12-12T19:32:22.946" v="2565"/>
          <ac:spMkLst>
            <pc:docMk/>
            <pc:sldMk cId="2255295380" sldId="278"/>
            <ac:spMk id="36" creationId="{7A5F0580-5EE9-419F-96EE-B6529EF6E7D0}"/>
          </ac:spMkLst>
        </pc:spChg>
        <pc:spChg chg="add del">
          <ac:chgData name="Niket Shah" userId="92ecded0c44668af" providerId="LiveId" clId="{B8077597-D927-4E10-AAB6-6A1D6F00BA72}" dt="2024-12-12T19:32:22.946" v="2565"/>
          <ac:spMkLst>
            <pc:docMk/>
            <pc:sldMk cId="2255295380" sldId="278"/>
            <ac:spMk id="37" creationId="{CF236821-17FE-429B-8D2C-08E13A64EA40}"/>
          </ac:spMkLst>
        </pc:spChg>
        <pc:spChg chg="add del">
          <ac:chgData name="Niket Shah" userId="92ecded0c44668af" providerId="LiveId" clId="{B8077597-D927-4E10-AAB6-6A1D6F00BA72}" dt="2024-12-12T19:32:22.946" v="2565"/>
          <ac:spMkLst>
            <pc:docMk/>
            <pc:sldMk cId="2255295380" sldId="278"/>
            <ac:spMk id="38" creationId="{C0BDBCD2-E081-43AB-9119-C55465E59757}"/>
          </ac:spMkLst>
        </pc:spChg>
        <pc:grpChg chg="add del">
          <ac:chgData name="Niket Shah" userId="92ecded0c44668af" providerId="LiveId" clId="{B8077597-D927-4E10-AAB6-6A1D6F00BA72}" dt="2024-12-12T19:32:44.522" v="2567" actId="26606"/>
          <ac:grpSpMkLst>
            <pc:docMk/>
            <pc:sldMk cId="2255295380" sldId="278"/>
            <ac:grpSpMk id="48" creationId="{453E4DEE-E996-40F8-8635-0FF43D7348F9}"/>
          </ac:grpSpMkLst>
        </pc:grpChg>
        <pc:picChg chg="add del">
          <ac:chgData name="Niket Shah" userId="92ecded0c44668af" providerId="LiveId" clId="{B8077597-D927-4E10-AAB6-6A1D6F00BA72}" dt="2024-12-12T19:30:12.974" v="2551" actId="26606"/>
          <ac:picMkLst>
            <pc:docMk/>
            <pc:sldMk cId="2255295380" sldId="278"/>
            <ac:picMk id="9" creationId="{97E38350-A9F3-9A17-F9DE-317E01E29D23}"/>
          </ac:picMkLst>
        </pc:picChg>
        <pc:picChg chg="add mod modCrop">
          <ac:chgData name="Niket Shah" userId="92ecded0c44668af" providerId="LiveId" clId="{B8077597-D927-4E10-AAB6-6A1D6F00BA72}" dt="2024-12-12T19:34:32.666" v="2619" actId="14100"/>
          <ac:picMkLst>
            <pc:docMk/>
            <pc:sldMk cId="2255295380" sldId="278"/>
            <ac:picMk id="10" creationId="{C60CB6C6-F881-15EE-16CF-2506418FC066}"/>
          </ac:picMkLst>
        </pc:picChg>
        <pc:picChg chg="add del">
          <ac:chgData name="Niket Shah" userId="92ecded0c44668af" providerId="LiveId" clId="{B8077597-D927-4E10-AAB6-6A1D6F00BA72}" dt="2024-12-12T19:32:44.522" v="2567" actId="26606"/>
          <ac:picMkLst>
            <pc:docMk/>
            <pc:sldMk cId="2255295380" sldId="278"/>
            <ac:picMk id="47" creationId="{FE6BA9E6-1D9E-4D30-B528-D49FA1342E4E}"/>
          </ac:picMkLst>
        </pc:picChg>
      </pc:sldChg>
      <pc:sldMasterChg chg="add del addSldLayout delSldLayout">
        <pc:chgData name="Niket Shah" userId="92ecded0c44668af" providerId="LiveId" clId="{B8077597-D927-4E10-AAB6-6A1D6F00BA72}" dt="2024-12-12T05:30:17.755" v="24" actId="26606"/>
        <pc:sldMasterMkLst>
          <pc:docMk/>
          <pc:sldMasterMk cId="2333833246" sldId="2147483648"/>
        </pc:sldMasterMkLst>
        <pc:sldLayoutChg chg="add del">
          <pc:chgData name="Niket Shah" userId="92ecded0c44668af" providerId="LiveId" clId="{B8077597-D927-4E10-AAB6-6A1D6F00BA72}" dt="2024-12-12T05:30:17.755" v="24" actId="26606"/>
          <pc:sldLayoutMkLst>
            <pc:docMk/>
            <pc:sldMasterMk cId="2333833246" sldId="2147483648"/>
            <pc:sldLayoutMk cId="2186088395" sldId="2147483649"/>
          </pc:sldLayoutMkLst>
        </pc:sldLayoutChg>
        <pc:sldLayoutChg chg="add del">
          <pc:chgData name="Niket Shah" userId="92ecded0c44668af" providerId="LiveId" clId="{B8077597-D927-4E10-AAB6-6A1D6F00BA72}" dt="2024-12-12T05:30:17.755" v="24" actId="26606"/>
          <pc:sldLayoutMkLst>
            <pc:docMk/>
            <pc:sldMasterMk cId="2333833246" sldId="2147483648"/>
            <pc:sldLayoutMk cId="1525539097" sldId="2147483650"/>
          </pc:sldLayoutMkLst>
        </pc:sldLayoutChg>
        <pc:sldLayoutChg chg="add del">
          <pc:chgData name="Niket Shah" userId="92ecded0c44668af" providerId="LiveId" clId="{B8077597-D927-4E10-AAB6-6A1D6F00BA72}" dt="2024-12-12T05:30:17.755" v="24" actId="26606"/>
          <pc:sldLayoutMkLst>
            <pc:docMk/>
            <pc:sldMasterMk cId="2333833246" sldId="2147483648"/>
            <pc:sldLayoutMk cId="3010352217" sldId="2147483651"/>
          </pc:sldLayoutMkLst>
        </pc:sldLayoutChg>
        <pc:sldLayoutChg chg="add del">
          <pc:chgData name="Niket Shah" userId="92ecded0c44668af" providerId="LiveId" clId="{B8077597-D927-4E10-AAB6-6A1D6F00BA72}" dt="2024-12-12T05:30:17.755" v="24" actId="26606"/>
          <pc:sldLayoutMkLst>
            <pc:docMk/>
            <pc:sldMasterMk cId="2333833246" sldId="2147483648"/>
            <pc:sldLayoutMk cId="2819436487" sldId="2147483652"/>
          </pc:sldLayoutMkLst>
        </pc:sldLayoutChg>
        <pc:sldLayoutChg chg="add del">
          <pc:chgData name="Niket Shah" userId="92ecded0c44668af" providerId="LiveId" clId="{B8077597-D927-4E10-AAB6-6A1D6F00BA72}" dt="2024-12-12T05:30:17.755" v="24" actId="26606"/>
          <pc:sldLayoutMkLst>
            <pc:docMk/>
            <pc:sldMasterMk cId="2333833246" sldId="2147483648"/>
            <pc:sldLayoutMk cId="1492306202" sldId="2147483653"/>
          </pc:sldLayoutMkLst>
        </pc:sldLayoutChg>
        <pc:sldLayoutChg chg="add del">
          <pc:chgData name="Niket Shah" userId="92ecded0c44668af" providerId="LiveId" clId="{B8077597-D927-4E10-AAB6-6A1D6F00BA72}" dt="2024-12-12T05:30:17.755" v="24" actId="26606"/>
          <pc:sldLayoutMkLst>
            <pc:docMk/>
            <pc:sldMasterMk cId="2333833246" sldId="2147483648"/>
            <pc:sldLayoutMk cId="2943725620" sldId="2147483654"/>
          </pc:sldLayoutMkLst>
        </pc:sldLayoutChg>
        <pc:sldLayoutChg chg="add del">
          <pc:chgData name="Niket Shah" userId="92ecded0c44668af" providerId="LiveId" clId="{B8077597-D927-4E10-AAB6-6A1D6F00BA72}" dt="2024-12-12T05:30:17.755" v="24" actId="26606"/>
          <pc:sldLayoutMkLst>
            <pc:docMk/>
            <pc:sldMasterMk cId="2333833246" sldId="2147483648"/>
            <pc:sldLayoutMk cId="2755329325" sldId="2147483655"/>
          </pc:sldLayoutMkLst>
        </pc:sldLayoutChg>
        <pc:sldLayoutChg chg="add del">
          <pc:chgData name="Niket Shah" userId="92ecded0c44668af" providerId="LiveId" clId="{B8077597-D927-4E10-AAB6-6A1D6F00BA72}" dt="2024-12-12T05:30:17.755" v="24" actId="26606"/>
          <pc:sldLayoutMkLst>
            <pc:docMk/>
            <pc:sldMasterMk cId="2333833246" sldId="2147483648"/>
            <pc:sldLayoutMk cId="648419923" sldId="2147483656"/>
          </pc:sldLayoutMkLst>
        </pc:sldLayoutChg>
        <pc:sldLayoutChg chg="add del">
          <pc:chgData name="Niket Shah" userId="92ecded0c44668af" providerId="LiveId" clId="{B8077597-D927-4E10-AAB6-6A1D6F00BA72}" dt="2024-12-12T05:30:17.755" v="24" actId="26606"/>
          <pc:sldLayoutMkLst>
            <pc:docMk/>
            <pc:sldMasterMk cId="2333833246" sldId="2147483648"/>
            <pc:sldLayoutMk cId="2885777786" sldId="2147483657"/>
          </pc:sldLayoutMkLst>
        </pc:sldLayoutChg>
        <pc:sldLayoutChg chg="add del">
          <pc:chgData name="Niket Shah" userId="92ecded0c44668af" providerId="LiveId" clId="{B8077597-D927-4E10-AAB6-6A1D6F00BA72}" dt="2024-12-12T05:30:17.755" v="24" actId="26606"/>
          <pc:sldLayoutMkLst>
            <pc:docMk/>
            <pc:sldMasterMk cId="2333833246" sldId="2147483648"/>
            <pc:sldLayoutMk cId="1530824374" sldId="2147483658"/>
          </pc:sldLayoutMkLst>
        </pc:sldLayoutChg>
        <pc:sldLayoutChg chg="add del">
          <pc:chgData name="Niket Shah" userId="92ecded0c44668af" providerId="LiveId" clId="{B8077597-D927-4E10-AAB6-6A1D6F00BA72}" dt="2024-12-12T05:30:17.755" v="24" actId="26606"/>
          <pc:sldLayoutMkLst>
            <pc:docMk/>
            <pc:sldMasterMk cId="2333833246" sldId="2147483648"/>
            <pc:sldLayoutMk cId="1059027744" sldId="2147483659"/>
          </pc:sldLayoutMkLst>
        </pc:sldLayoutChg>
      </pc:sldMasterChg>
      <pc:sldMasterChg chg="add del replId addSldLayout delSldLayout">
        <pc:chgData name="Niket Shah" userId="92ecded0c44668af" providerId="LiveId" clId="{B8077597-D927-4E10-AAB6-6A1D6F00BA72}" dt="2024-12-12T05:16:00.212" v="15" actId="26606"/>
        <pc:sldMasterMkLst>
          <pc:docMk/>
          <pc:sldMasterMk cId="576682808" sldId="2147483660"/>
        </pc:sldMasterMkLst>
        <pc:sldLayoutChg chg="add del">
          <pc:chgData name="Niket Shah" userId="92ecded0c44668af" providerId="LiveId" clId="{B8077597-D927-4E10-AAB6-6A1D6F00BA72}" dt="2024-12-12T05:16:00.212" v="15" actId="26606"/>
          <pc:sldLayoutMkLst>
            <pc:docMk/>
            <pc:sldMasterMk cId="576682808" sldId="2147483660"/>
            <pc:sldLayoutMk cId="1991738324" sldId="2147483661"/>
          </pc:sldLayoutMkLst>
        </pc:sldLayoutChg>
        <pc:sldLayoutChg chg="add del replId">
          <pc:chgData name="Niket Shah" userId="92ecded0c44668af" providerId="LiveId" clId="{B8077597-D927-4E10-AAB6-6A1D6F00BA72}" dt="2024-12-12T05:16:00.212" v="15" actId="26606"/>
          <pc:sldLayoutMkLst>
            <pc:docMk/>
            <pc:sldMasterMk cId="576682808" sldId="2147483660"/>
            <pc:sldLayoutMk cId="3578691135" sldId="2147483662"/>
          </pc:sldLayoutMkLst>
        </pc:sldLayoutChg>
        <pc:sldLayoutChg chg="add del replId">
          <pc:chgData name="Niket Shah" userId="92ecded0c44668af" providerId="LiveId" clId="{B8077597-D927-4E10-AAB6-6A1D6F00BA72}" dt="2024-12-12T05:16:00.212" v="15" actId="26606"/>
          <pc:sldLayoutMkLst>
            <pc:docMk/>
            <pc:sldMasterMk cId="576682808" sldId="2147483660"/>
            <pc:sldLayoutMk cId="3333577294" sldId="2147483663"/>
          </pc:sldLayoutMkLst>
        </pc:sldLayoutChg>
        <pc:sldLayoutChg chg="add del replId">
          <pc:chgData name="Niket Shah" userId="92ecded0c44668af" providerId="LiveId" clId="{B8077597-D927-4E10-AAB6-6A1D6F00BA72}" dt="2024-12-12T05:16:00.212" v="15" actId="26606"/>
          <pc:sldLayoutMkLst>
            <pc:docMk/>
            <pc:sldMasterMk cId="576682808" sldId="2147483660"/>
            <pc:sldLayoutMk cId="639641245" sldId="2147483664"/>
          </pc:sldLayoutMkLst>
        </pc:sldLayoutChg>
        <pc:sldLayoutChg chg="add del replId">
          <pc:chgData name="Niket Shah" userId="92ecded0c44668af" providerId="LiveId" clId="{B8077597-D927-4E10-AAB6-6A1D6F00BA72}" dt="2024-12-12T05:16:00.212" v="15" actId="26606"/>
          <pc:sldLayoutMkLst>
            <pc:docMk/>
            <pc:sldMasterMk cId="576682808" sldId="2147483660"/>
            <pc:sldLayoutMk cId="805809013" sldId="2147483665"/>
          </pc:sldLayoutMkLst>
        </pc:sldLayoutChg>
        <pc:sldLayoutChg chg="add del replId">
          <pc:chgData name="Niket Shah" userId="92ecded0c44668af" providerId="LiveId" clId="{B8077597-D927-4E10-AAB6-6A1D6F00BA72}" dt="2024-12-12T05:16:00.212" v="15" actId="26606"/>
          <pc:sldLayoutMkLst>
            <pc:docMk/>
            <pc:sldMasterMk cId="576682808" sldId="2147483660"/>
            <pc:sldLayoutMk cId="2179912732" sldId="2147483666"/>
          </pc:sldLayoutMkLst>
        </pc:sldLayoutChg>
        <pc:sldLayoutChg chg="add del replId">
          <pc:chgData name="Niket Shah" userId="92ecded0c44668af" providerId="LiveId" clId="{B8077597-D927-4E10-AAB6-6A1D6F00BA72}" dt="2024-12-12T05:16:00.212" v="15" actId="26606"/>
          <pc:sldLayoutMkLst>
            <pc:docMk/>
            <pc:sldMasterMk cId="576682808" sldId="2147483660"/>
            <pc:sldLayoutMk cId="1881545194" sldId="2147483667"/>
          </pc:sldLayoutMkLst>
        </pc:sldLayoutChg>
        <pc:sldLayoutChg chg="add del replId">
          <pc:chgData name="Niket Shah" userId="92ecded0c44668af" providerId="LiveId" clId="{B8077597-D927-4E10-AAB6-6A1D6F00BA72}" dt="2024-12-12T05:16:00.212" v="15" actId="26606"/>
          <pc:sldLayoutMkLst>
            <pc:docMk/>
            <pc:sldMasterMk cId="576682808" sldId="2147483660"/>
            <pc:sldLayoutMk cId="260306880" sldId="2147483668"/>
          </pc:sldLayoutMkLst>
        </pc:sldLayoutChg>
        <pc:sldLayoutChg chg="add del replId">
          <pc:chgData name="Niket Shah" userId="92ecded0c44668af" providerId="LiveId" clId="{B8077597-D927-4E10-AAB6-6A1D6F00BA72}" dt="2024-12-12T05:16:00.212" v="15" actId="26606"/>
          <pc:sldLayoutMkLst>
            <pc:docMk/>
            <pc:sldMasterMk cId="576682808" sldId="2147483660"/>
            <pc:sldLayoutMk cId="977365772" sldId="2147483669"/>
          </pc:sldLayoutMkLst>
        </pc:sldLayoutChg>
        <pc:sldLayoutChg chg="add del replId">
          <pc:chgData name="Niket Shah" userId="92ecded0c44668af" providerId="LiveId" clId="{B8077597-D927-4E10-AAB6-6A1D6F00BA72}" dt="2024-12-12T05:16:00.212" v="15" actId="26606"/>
          <pc:sldLayoutMkLst>
            <pc:docMk/>
            <pc:sldMasterMk cId="576682808" sldId="2147483660"/>
            <pc:sldLayoutMk cId="1192304521" sldId="2147483670"/>
          </pc:sldLayoutMkLst>
        </pc:sldLayoutChg>
        <pc:sldLayoutChg chg="add del replId">
          <pc:chgData name="Niket Shah" userId="92ecded0c44668af" providerId="LiveId" clId="{B8077597-D927-4E10-AAB6-6A1D6F00BA72}" dt="2024-12-12T05:16:00.212" v="15" actId="26606"/>
          <pc:sldLayoutMkLst>
            <pc:docMk/>
            <pc:sldMasterMk cId="576682808" sldId="2147483660"/>
            <pc:sldLayoutMk cId="167111839" sldId="2147483671"/>
          </pc:sldLayoutMkLst>
        </pc:sldLayoutChg>
      </pc:sldMasterChg>
      <pc:sldMasterChg chg="add del addSldLayout delSldLayout">
        <pc:chgData name="Niket Shah" userId="92ecded0c44668af" providerId="LiveId" clId="{B8077597-D927-4E10-AAB6-6A1D6F00BA72}" dt="2024-12-12T05:29:33.570" v="23" actId="26606"/>
        <pc:sldMasterMkLst>
          <pc:docMk/>
          <pc:sldMasterMk cId="3073203487" sldId="2147483686"/>
        </pc:sldMasterMkLst>
        <pc:sldLayoutChg chg="add del">
          <pc:chgData name="Niket Shah" userId="92ecded0c44668af" providerId="LiveId" clId="{B8077597-D927-4E10-AAB6-6A1D6F00BA72}" dt="2024-12-12T05:29:33.570" v="23" actId="26606"/>
          <pc:sldLayoutMkLst>
            <pc:docMk/>
            <pc:sldMasterMk cId="3073203487" sldId="2147483686"/>
            <pc:sldLayoutMk cId="56268478" sldId="2147483675"/>
          </pc:sldLayoutMkLst>
        </pc:sldLayoutChg>
        <pc:sldLayoutChg chg="add del">
          <pc:chgData name="Niket Shah" userId="92ecded0c44668af" providerId="LiveId" clId="{B8077597-D927-4E10-AAB6-6A1D6F00BA72}" dt="2024-12-12T05:29:33.570" v="23" actId="26606"/>
          <pc:sldLayoutMkLst>
            <pc:docMk/>
            <pc:sldMasterMk cId="3073203487" sldId="2147483686"/>
            <pc:sldLayoutMk cId="1965197195" sldId="2147483676"/>
          </pc:sldLayoutMkLst>
        </pc:sldLayoutChg>
        <pc:sldLayoutChg chg="add del">
          <pc:chgData name="Niket Shah" userId="92ecded0c44668af" providerId="LiveId" clId="{B8077597-D927-4E10-AAB6-6A1D6F00BA72}" dt="2024-12-12T05:29:33.570" v="23" actId="26606"/>
          <pc:sldLayoutMkLst>
            <pc:docMk/>
            <pc:sldMasterMk cId="3073203487" sldId="2147483686"/>
            <pc:sldLayoutMk cId="1046303929" sldId="2147483677"/>
          </pc:sldLayoutMkLst>
        </pc:sldLayoutChg>
        <pc:sldLayoutChg chg="add del">
          <pc:chgData name="Niket Shah" userId="92ecded0c44668af" providerId="LiveId" clId="{B8077597-D927-4E10-AAB6-6A1D6F00BA72}" dt="2024-12-12T05:29:33.570" v="23" actId="26606"/>
          <pc:sldLayoutMkLst>
            <pc:docMk/>
            <pc:sldMasterMk cId="3073203487" sldId="2147483686"/>
            <pc:sldLayoutMk cId="3494320238" sldId="2147483678"/>
          </pc:sldLayoutMkLst>
        </pc:sldLayoutChg>
        <pc:sldLayoutChg chg="add del">
          <pc:chgData name="Niket Shah" userId="92ecded0c44668af" providerId="LiveId" clId="{B8077597-D927-4E10-AAB6-6A1D6F00BA72}" dt="2024-12-12T05:29:33.570" v="23" actId="26606"/>
          <pc:sldLayoutMkLst>
            <pc:docMk/>
            <pc:sldMasterMk cId="3073203487" sldId="2147483686"/>
            <pc:sldLayoutMk cId="1006385483" sldId="2147483679"/>
          </pc:sldLayoutMkLst>
        </pc:sldLayoutChg>
        <pc:sldLayoutChg chg="add del">
          <pc:chgData name="Niket Shah" userId="92ecded0c44668af" providerId="LiveId" clId="{B8077597-D927-4E10-AAB6-6A1D6F00BA72}" dt="2024-12-12T05:29:33.570" v="23" actId="26606"/>
          <pc:sldLayoutMkLst>
            <pc:docMk/>
            <pc:sldMasterMk cId="3073203487" sldId="2147483686"/>
            <pc:sldLayoutMk cId="3552624784" sldId="2147483680"/>
          </pc:sldLayoutMkLst>
        </pc:sldLayoutChg>
        <pc:sldLayoutChg chg="add del">
          <pc:chgData name="Niket Shah" userId="92ecded0c44668af" providerId="LiveId" clId="{B8077597-D927-4E10-AAB6-6A1D6F00BA72}" dt="2024-12-12T05:29:33.570" v="23" actId="26606"/>
          <pc:sldLayoutMkLst>
            <pc:docMk/>
            <pc:sldMasterMk cId="3073203487" sldId="2147483686"/>
            <pc:sldLayoutMk cId="612241061" sldId="2147483681"/>
          </pc:sldLayoutMkLst>
        </pc:sldLayoutChg>
        <pc:sldLayoutChg chg="add del">
          <pc:chgData name="Niket Shah" userId="92ecded0c44668af" providerId="LiveId" clId="{B8077597-D927-4E10-AAB6-6A1D6F00BA72}" dt="2024-12-12T05:29:33.570" v="23" actId="26606"/>
          <pc:sldLayoutMkLst>
            <pc:docMk/>
            <pc:sldMasterMk cId="3073203487" sldId="2147483686"/>
            <pc:sldLayoutMk cId="3895130116" sldId="2147483682"/>
          </pc:sldLayoutMkLst>
        </pc:sldLayoutChg>
        <pc:sldLayoutChg chg="add del">
          <pc:chgData name="Niket Shah" userId="92ecded0c44668af" providerId="LiveId" clId="{B8077597-D927-4E10-AAB6-6A1D6F00BA72}" dt="2024-12-12T05:29:33.570" v="23" actId="26606"/>
          <pc:sldLayoutMkLst>
            <pc:docMk/>
            <pc:sldMasterMk cId="3073203487" sldId="2147483686"/>
            <pc:sldLayoutMk cId="1621153546" sldId="2147483683"/>
          </pc:sldLayoutMkLst>
        </pc:sldLayoutChg>
        <pc:sldLayoutChg chg="add del">
          <pc:chgData name="Niket Shah" userId="92ecded0c44668af" providerId="LiveId" clId="{B8077597-D927-4E10-AAB6-6A1D6F00BA72}" dt="2024-12-12T05:29:33.570" v="23" actId="26606"/>
          <pc:sldLayoutMkLst>
            <pc:docMk/>
            <pc:sldMasterMk cId="3073203487" sldId="2147483686"/>
            <pc:sldLayoutMk cId="4256507782" sldId="2147483684"/>
          </pc:sldLayoutMkLst>
        </pc:sldLayoutChg>
        <pc:sldLayoutChg chg="add del">
          <pc:chgData name="Niket Shah" userId="92ecded0c44668af" providerId="LiveId" clId="{B8077597-D927-4E10-AAB6-6A1D6F00BA72}" dt="2024-12-12T05:29:33.570" v="23" actId="26606"/>
          <pc:sldLayoutMkLst>
            <pc:docMk/>
            <pc:sldMasterMk cId="3073203487" sldId="2147483686"/>
            <pc:sldLayoutMk cId="3825154862" sldId="2147483685"/>
          </pc:sldLayoutMkLst>
        </pc:sldLayoutChg>
      </pc:sldMasterChg>
      <pc:sldMasterChg chg="add del addSldLayout delSldLayout">
        <pc:chgData name="Niket Shah" userId="92ecded0c44668af" providerId="LiveId" clId="{B8077597-D927-4E10-AAB6-6A1D6F00BA72}" dt="2024-12-12T05:14:16.931" v="10" actId="26606"/>
        <pc:sldMasterMkLst>
          <pc:docMk/>
          <pc:sldMasterMk cId="907428031" sldId="2147483699"/>
        </pc:sldMasterMkLst>
        <pc:sldLayoutChg chg="add del">
          <pc:chgData name="Niket Shah" userId="92ecded0c44668af" providerId="LiveId" clId="{B8077597-D927-4E10-AAB6-6A1D6F00BA72}" dt="2024-12-12T05:14:16.931" v="10" actId="26606"/>
          <pc:sldLayoutMkLst>
            <pc:docMk/>
            <pc:sldMasterMk cId="907428031" sldId="2147483699"/>
            <pc:sldLayoutMk cId="1220487575" sldId="2147483688"/>
          </pc:sldLayoutMkLst>
        </pc:sldLayoutChg>
        <pc:sldLayoutChg chg="add del">
          <pc:chgData name="Niket Shah" userId="92ecded0c44668af" providerId="LiveId" clId="{B8077597-D927-4E10-AAB6-6A1D6F00BA72}" dt="2024-12-12T05:14:16.931" v="10" actId="26606"/>
          <pc:sldLayoutMkLst>
            <pc:docMk/>
            <pc:sldMasterMk cId="907428031" sldId="2147483699"/>
            <pc:sldLayoutMk cId="2838730125" sldId="2147483689"/>
          </pc:sldLayoutMkLst>
        </pc:sldLayoutChg>
        <pc:sldLayoutChg chg="add del">
          <pc:chgData name="Niket Shah" userId="92ecded0c44668af" providerId="LiveId" clId="{B8077597-D927-4E10-AAB6-6A1D6F00BA72}" dt="2024-12-12T05:14:16.931" v="10" actId="26606"/>
          <pc:sldLayoutMkLst>
            <pc:docMk/>
            <pc:sldMasterMk cId="907428031" sldId="2147483699"/>
            <pc:sldLayoutMk cId="2120533158" sldId="2147483690"/>
          </pc:sldLayoutMkLst>
        </pc:sldLayoutChg>
        <pc:sldLayoutChg chg="add del">
          <pc:chgData name="Niket Shah" userId="92ecded0c44668af" providerId="LiveId" clId="{B8077597-D927-4E10-AAB6-6A1D6F00BA72}" dt="2024-12-12T05:14:16.931" v="10" actId="26606"/>
          <pc:sldLayoutMkLst>
            <pc:docMk/>
            <pc:sldMasterMk cId="907428031" sldId="2147483699"/>
            <pc:sldLayoutMk cId="1984442431" sldId="2147483691"/>
          </pc:sldLayoutMkLst>
        </pc:sldLayoutChg>
        <pc:sldLayoutChg chg="add del">
          <pc:chgData name="Niket Shah" userId="92ecded0c44668af" providerId="LiveId" clId="{B8077597-D927-4E10-AAB6-6A1D6F00BA72}" dt="2024-12-12T05:14:16.931" v="10" actId="26606"/>
          <pc:sldLayoutMkLst>
            <pc:docMk/>
            <pc:sldMasterMk cId="907428031" sldId="2147483699"/>
            <pc:sldLayoutMk cId="4130571881" sldId="2147483692"/>
          </pc:sldLayoutMkLst>
        </pc:sldLayoutChg>
        <pc:sldLayoutChg chg="add del">
          <pc:chgData name="Niket Shah" userId="92ecded0c44668af" providerId="LiveId" clId="{B8077597-D927-4E10-AAB6-6A1D6F00BA72}" dt="2024-12-12T05:14:16.931" v="10" actId="26606"/>
          <pc:sldLayoutMkLst>
            <pc:docMk/>
            <pc:sldMasterMk cId="907428031" sldId="2147483699"/>
            <pc:sldLayoutMk cId="1619948996" sldId="2147483693"/>
          </pc:sldLayoutMkLst>
        </pc:sldLayoutChg>
        <pc:sldLayoutChg chg="add del">
          <pc:chgData name="Niket Shah" userId="92ecded0c44668af" providerId="LiveId" clId="{B8077597-D927-4E10-AAB6-6A1D6F00BA72}" dt="2024-12-12T05:14:16.931" v="10" actId="26606"/>
          <pc:sldLayoutMkLst>
            <pc:docMk/>
            <pc:sldMasterMk cId="907428031" sldId="2147483699"/>
            <pc:sldLayoutMk cId="2686984963" sldId="2147483694"/>
          </pc:sldLayoutMkLst>
        </pc:sldLayoutChg>
        <pc:sldLayoutChg chg="add del">
          <pc:chgData name="Niket Shah" userId="92ecded0c44668af" providerId="LiveId" clId="{B8077597-D927-4E10-AAB6-6A1D6F00BA72}" dt="2024-12-12T05:14:16.931" v="10" actId="26606"/>
          <pc:sldLayoutMkLst>
            <pc:docMk/>
            <pc:sldMasterMk cId="907428031" sldId="2147483699"/>
            <pc:sldLayoutMk cId="3652333707" sldId="2147483695"/>
          </pc:sldLayoutMkLst>
        </pc:sldLayoutChg>
        <pc:sldLayoutChg chg="add del">
          <pc:chgData name="Niket Shah" userId="92ecded0c44668af" providerId="LiveId" clId="{B8077597-D927-4E10-AAB6-6A1D6F00BA72}" dt="2024-12-12T05:14:16.931" v="10" actId="26606"/>
          <pc:sldLayoutMkLst>
            <pc:docMk/>
            <pc:sldMasterMk cId="907428031" sldId="2147483699"/>
            <pc:sldLayoutMk cId="4055498418" sldId="2147483696"/>
          </pc:sldLayoutMkLst>
        </pc:sldLayoutChg>
        <pc:sldLayoutChg chg="add del">
          <pc:chgData name="Niket Shah" userId="92ecded0c44668af" providerId="LiveId" clId="{B8077597-D927-4E10-AAB6-6A1D6F00BA72}" dt="2024-12-12T05:14:16.931" v="10" actId="26606"/>
          <pc:sldLayoutMkLst>
            <pc:docMk/>
            <pc:sldMasterMk cId="907428031" sldId="2147483699"/>
            <pc:sldLayoutMk cId="581654419" sldId="2147483697"/>
          </pc:sldLayoutMkLst>
        </pc:sldLayoutChg>
        <pc:sldLayoutChg chg="add del">
          <pc:chgData name="Niket Shah" userId="92ecded0c44668af" providerId="LiveId" clId="{B8077597-D927-4E10-AAB6-6A1D6F00BA72}" dt="2024-12-12T05:14:16.931" v="10" actId="26606"/>
          <pc:sldLayoutMkLst>
            <pc:docMk/>
            <pc:sldMasterMk cId="907428031" sldId="2147483699"/>
            <pc:sldLayoutMk cId="2515584984" sldId="2147483698"/>
          </pc:sldLayoutMkLst>
        </pc:sldLayoutChg>
      </pc:sldMasterChg>
      <pc:sldMasterChg chg="add del addSldLayout delSldLayout">
        <pc:chgData name="Niket Shah" userId="92ecded0c44668af" providerId="LiveId" clId="{B8077597-D927-4E10-AAB6-6A1D6F00BA72}" dt="2024-12-12T05:17:29.732" v="19" actId="26606"/>
        <pc:sldMasterMkLst>
          <pc:docMk/>
          <pc:sldMasterMk cId="1499107513" sldId="2147483712"/>
        </pc:sldMasterMkLst>
        <pc:sldLayoutChg chg="add del">
          <pc:chgData name="Niket Shah" userId="92ecded0c44668af" providerId="LiveId" clId="{B8077597-D927-4E10-AAB6-6A1D6F00BA72}" dt="2024-12-12T05:17:29.732" v="19" actId="26606"/>
          <pc:sldLayoutMkLst>
            <pc:docMk/>
            <pc:sldMasterMk cId="1499107513" sldId="2147483712"/>
            <pc:sldLayoutMk cId="2113322255" sldId="2147483701"/>
          </pc:sldLayoutMkLst>
        </pc:sldLayoutChg>
        <pc:sldLayoutChg chg="add del">
          <pc:chgData name="Niket Shah" userId="92ecded0c44668af" providerId="LiveId" clId="{B8077597-D927-4E10-AAB6-6A1D6F00BA72}" dt="2024-12-12T05:17:29.732" v="19" actId="26606"/>
          <pc:sldLayoutMkLst>
            <pc:docMk/>
            <pc:sldMasterMk cId="1499107513" sldId="2147483712"/>
            <pc:sldLayoutMk cId="867617538" sldId="2147483702"/>
          </pc:sldLayoutMkLst>
        </pc:sldLayoutChg>
        <pc:sldLayoutChg chg="add del">
          <pc:chgData name="Niket Shah" userId="92ecded0c44668af" providerId="LiveId" clId="{B8077597-D927-4E10-AAB6-6A1D6F00BA72}" dt="2024-12-12T05:17:29.732" v="19" actId="26606"/>
          <pc:sldLayoutMkLst>
            <pc:docMk/>
            <pc:sldMasterMk cId="1499107513" sldId="2147483712"/>
            <pc:sldLayoutMk cId="649042114" sldId="2147483703"/>
          </pc:sldLayoutMkLst>
        </pc:sldLayoutChg>
        <pc:sldLayoutChg chg="add del">
          <pc:chgData name="Niket Shah" userId="92ecded0c44668af" providerId="LiveId" clId="{B8077597-D927-4E10-AAB6-6A1D6F00BA72}" dt="2024-12-12T05:17:29.732" v="19" actId="26606"/>
          <pc:sldLayoutMkLst>
            <pc:docMk/>
            <pc:sldMasterMk cId="1499107513" sldId="2147483712"/>
            <pc:sldLayoutMk cId="885488923" sldId="2147483704"/>
          </pc:sldLayoutMkLst>
        </pc:sldLayoutChg>
        <pc:sldLayoutChg chg="add del">
          <pc:chgData name="Niket Shah" userId="92ecded0c44668af" providerId="LiveId" clId="{B8077597-D927-4E10-AAB6-6A1D6F00BA72}" dt="2024-12-12T05:17:29.732" v="19" actId="26606"/>
          <pc:sldLayoutMkLst>
            <pc:docMk/>
            <pc:sldMasterMk cId="1499107513" sldId="2147483712"/>
            <pc:sldLayoutMk cId="4197749380" sldId="2147483705"/>
          </pc:sldLayoutMkLst>
        </pc:sldLayoutChg>
        <pc:sldLayoutChg chg="add del">
          <pc:chgData name="Niket Shah" userId="92ecded0c44668af" providerId="LiveId" clId="{B8077597-D927-4E10-AAB6-6A1D6F00BA72}" dt="2024-12-12T05:17:29.732" v="19" actId="26606"/>
          <pc:sldLayoutMkLst>
            <pc:docMk/>
            <pc:sldMasterMk cId="1499107513" sldId="2147483712"/>
            <pc:sldLayoutMk cId="585354249" sldId="2147483706"/>
          </pc:sldLayoutMkLst>
        </pc:sldLayoutChg>
        <pc:sldLayoutChg chg="add del">
          <pc:chgData name="Niket Shah" userId="92ecded0c44668af" providerId="LiveId" clId="{B8077597-D927-4E10-AAB6-6A1D6F00BA72}" dt="2024-12-12T05:17:29.732" v="19" actId="26606"/>
          <pc:sldLayoutMkLst>
            <pc:docMk/>
            <pc:sldMasterMk cId="1499107513" sldId="2147483712"/>
            <pc:sldLayoutMk cId="643965944" sldId="2147483707"/>
          </pc:sldLayoutMkLst>
        </pc:sldLayoutChg>
        <pc:sldLayoutChg chg="add del">
          <pc:chgData name="Niket Shah" userId="92ecded0c44668af" providerId="LiveId" clId="{B8077597-D927-4E10-AAB6-6A1D6F00BA72}" dt="2024-12-12T05:17:29.732" v="19" actId="26606"/>
          <pc:sldLayoutMkLst>
            <pc:docMk/>
            <pc:sldMasterMk cId="1499107513" sldId="2147483712"/>
            <pc:sldLayoutMk cId="3851347432" sldId="2147483708"/>
          </pc:sldLayoutMkLst>
        </pc:sldLayoutChg>
        <pc:sldLayoutChg chg="add del">
          <pc:chgData name="Niket Shah" userId="92ecded0c44668af" providerId="LiveId" clId="{B8077597-D927-4E10-AAB6-6A1D6F00BA72}" dt="2024-12-12T05:17:29.732" v="19" actId="26606"/>
          <pc:sldLayoutMkLst>
            <pc:docMk/>
            <pc:sldMasterMk cId="1499107513" sldId="2147483712"/>
            <pc:sldLayoutMk cId="3118541184" sldId="2147483709"/>
          </pc:sldLayoutMkLst>
        </pc:sldLayoutChg>
        <pc:sldLayoutChg chg="add del">
          <pc:chgData name="Niket Shah" userId="92ecded0c44668af" providerId="LiveId" clId="{B8077597-D927-4E10-AAB6-6A1D6F00BA72}" dt="2024-12-12T05:17:29.732" v="19" actId="26606"/>
          <pc:sldLayoutMkLst>
            <pc:docMk/>
            <pc:sldMasterMk cId="1499107513" sldId="2147483712"/>
            <pc:sldLayoutMk cId="1514950154" sldId="2147483710"/>
          </pc:sldLayoutMkLst>
        </pc:sldLayoutChg>
        <pc:sldLayoutChg chg="add del">
          <pc:chgData name="Niket Shah" userId="92ecded0c44668af" providerId="LiveId" clId="{B8077597-D927-4E10-AAB6-6A1D6F00BA72}" dt="2024-12-12T05:17:29.732" v="19" actId="26606"/>
          <pc:sldLayoutMkLst>
            <pc:docMk/>
            <pc:sldMasterMk cId="1499107513" sldId="2147483712"/>
            <pc:sldLayoutMk cId="2929435236" sldId="2147483711"/>
          </pc:sldLayoutMkLst>
        </pc:sldLayoutChg>
      </pc:sldMasterChg>
      <pc:sldMasterChg chg="add addSldLayout">
        <pc:chgData name="Niket Shah" userId="92ecded0c44668af" providerId="LiveId" clId="{B8077597-D927-4E10-AAB6-6A1D6F00BA72}" dt="2024-12-12T05:30:17.755" v="24" actId="26606"/>
        <pc:sldMasterMkLst>
          <pc:docMk/>
          <pc:sldMasterMk cId="1182963695" sldId="2147483738"/>
        </pc:sldMasterMkLst>
        <pc:sldLayoutChg chg="add">
          <pc:chgData name="Niket Shah" userId="92ecded0c44668af" providerId="LiveId" clId="{B8077597-D927-4E10-AAB6-6A1D6F00BA72}" dt="2024-12-12T05:30:17.755" v="24" actId="26606"/>
          <pc:sldLayoutMkLst>
            <pc:docMk/>
            <pc:sldMasterMk cId="1182963695" sldId="2147483738"/>
            <pc:sldLayoutMk cId="649764075" sldId="2147483727"/>
          </pc:sldLayoutMkLst>
        </pc:sldLayoutChg>
        <pc:sldLayoutChg chg="add">
          <pc:chgData name="Niket Shah" userId="92ecded0c44668af" providerId="LiveId" clId="{B8077597-D927-4E10-AAB6-6A1D6F00BA72}" dt="2024-12-12T05:30:17.755" v="24" actId="26606"/>
          <pc:sldLayoutMkLst>
            <pc:docMk/>
            <pc:sldMasterMk cId="1182963695" sldId="2147483738"/>
            <pc:sldLayoutMk cId="2828815709" sldId="2147483728"/>
          </pc:sldLayoutMkLst>
        </pc:sldLayoutChg>
        <pc:sldLayoutChg chg="add">
          <pc:chgData name="Niket Shah" userId="92ecded0c44668af" providerId="LiveId" clId="{B8077597-D927-4E10-AAB6-6A1D6F00BA72}" dt="2024-12-12T05:30:17.755" v="24" actId="26606"/>
          <pc:sldLayoutMkLst>
            <pc:docMk/>
            <pc:sldMasterMk cId="1182963695" sldId="2147483738"/>
            <pc:sldLayoutMk cId="3263499552" sldId="2147483729"/>
          </pc:sldLayoutMkLst>
        </pc:sldLayoutChg>
        <pc:sldLayoutChg chg="add">
          <pc:chgData name="Niket Shah" userId="92ecded0c44668af" providerId="LiveId" clId="{B8077597-D927-4E10-AAB6-6A1D6F00BA72}" dt="2024-12-12T05:30:17.755" v="24" actId="26606"/>
          <pc:sldLayoutMkLst>
            <pc:docMk/>
            <pc:sldMasterMk cId="1182963695" sldId="2147483738"/>
            <pc:sldLayoutMk cId="1224161172" sldId="2147483730"/>
          </pc:sldLayoutMkLst>
        </pc:sldLayoutChg>
        <pc:sldLayoutChg chg="add">
          <pc:chgData name="Niket Shah" userId="92ecded0c44668af" providerId="LiveId" clId="{B8077597-D927-4E10-AAB6-6A1D6F00BA72}" dt="2024-12-12T05:30:17.755" v="24" actId="26606"/>
          <pc:sldLayoutMkLst>
            <pc:docMk/>
            <pc:sldMasterMk cId="1182963695" sldId="2147483738"/>
            <pc:sldLayoutMk cId="3897973247" sldId="2147483731"/>
          </pc:sldLayoutMkLst>
        </pc:sldLayoutChg>
        <pc:sldLayoutChg chg="add">
          <pc:chgData name="Niket Shah" userId="92ecded0c44668af" providerId="LiveId" clId="{B8077597-D927-4E10-AAB6-6A1D6F00BA72}" dt="2024-12-12T05:30:17.755" v="24" actId="26606"/>
          <pc:sldLayoutMkLst>
            <pc:docMk/>
            <pc:sldMasterMk cId="1182963695" sldId="2147483738"/>
            <pc:sldLayoutMk cId="2408613079" sldId="2147483732"/>
          </pc:sldLayoutMkLst>
        </pc:sldLayoutChg>
        <pc:sldLayoutChg chg="add">
          <pc:chgData name="Niket Shah" userId="92ecded0c44668af" providerId="LiveId" clId="{B8077597-D927-4E10-AAB6-6A1D6F00BA72}" dt="2024-12-12T05:30:17.755" v="24" actId="26606"/>
          <pc:sldLayoutMkLst>
            <pc:docMk/>
            <pc:sldMasterMk cId="1182963695" sldId="2147483738"/>
            <pc:sldLayoutMk cId="758753625" sldId="2147483733"/>
          </pc:sldLayoutMkLst>
        </pc:sldLayoutChg>
        <pc:sldLayoutChg chg="add">
          <pc:chgData name="Niket Shah" userId="92ecded0c44668af" providerId="LiveId" clId="{B8077597-D927-4E10-AAB6-6A1D6F00BA72}" dt="2024-12-12T05:30:17.755" v="24" actId="26606"/>
          <pc:sldLayoutMkLst>
            <pc:docMk/>
            <pc:sldMasterMk cId="1182963695" sldId="2147483738"/>
            <pc:sldLayoutMk cId="2482816631" sldId="2147483734"/>
          </pc:sldLayoutMkLst>
        </pc:sldLayoutChg>
        <pc:sldLayoutChg chg="add">
          <pc:chgData name="Niket Shah" userId="92ecded0c44668af" providerId="LiveId" clId="{B8077597-D927-4E10-AAB6-6A1D6F00BA72}" dt="2024-12-12T05:30:17.755" v="24" actId="26606"/>
          <pc:sldLayoutMkLst>
            <pc:docMk/>
            <pc:sldMasterMk cId="1182963695" sldId="2147483738"/>
            <pc:sldLayoutMk cId="3620572912" sldId="2147483735"/>
          </pc:sldLayoutMkLst>
        </pc:sldLayoutChg>
        <pc:sldLayoutChg chg="add">
          <pc:chgData name="Niket Shah" userId="92ecded0c44668af" providerId="LiveId" clId="{B8077597-D927-4E10-AAB6-6A1D6F00BA72}" dt="2024-12-12T05:30:17.755" v="24" actId="26606"/>
          <pc:sldLayoutMkLst>
            <pc:docMk/>
            <pc:sldMasterMk cId="1182963695" sldId="2147483738"/>
            <pc:sldLayoutMk cId="2653110846" sldId="2147483736"/>
          </pc:sldLayoutMkLst>
        </pc:sldLayoutChg>
        <pc:sldLayoutChg chg="add">
          <pc:chgData name="Niket Shah" userId="92ecded0c44668af" providerId="LiveId" clId="{B8077597-D927-4E10-AAB6-6A1D6F00BA72}" dt="2024-12-12T05:30:17.755" v="24" actId="26606"/>
          <pc:sldLayoutMkLst>
            <pc:docMk/>
            <pc:sldMasterMk cId="1182963695" sldId="2147483738"/>
            <pc:sldLayoutMk cId="276724278" sldId="2147483737"/>
          </pc:sldLayoutMkLst>
        </pc:sldLayoutChg>
      </pc:sldMasterChg>
      <pc:sldMasterChg chg="modSldLayout">
        <pc:chgData name="Niket Shah" userId="92ecded0c44668af" providerId="LiveId" clId="{B8077597-D927-4E10-AAB6-6A1D6F00BA72}" dt="2024-12-12T17:40:52.856" v="1592"/>
        <pc:sldMasterMkLst>
          <pc:docMk/>
          <pc:sldMasterMk cId="2301038713" sldId="2147483785"/>
        </pc:sldMasterMkLst>
        <pc:sldLayoutChg chg="delSp">
          <pc:chgData name="Niket Shah" userId="92ecded0c44668af" providerId="LiveId" clId="{B8077597-D927-4E10-AAB6-6A1D6F00BA72}" dt="2024-12-12T17:40:52.856" v="1592"/>
          <pc:sldLayoutMkLst>
            <pc:docMk/>
            <pc:sldMasterMk cId="2301038713" sldId="2147483785"/>
            <pc:sldLayoutMk cId="866238883" sldId="2147483803"/>
          </pc:sldLayoutMkLst>
          <pc:spChg chg="del">
            <ac:chgData name="Niket Shah" userId="92ecded0c44668af" providerId="LiveId" clId="{B8077597-D927-4E10-AAB6-6A1D6F00BA72}" dt="2024-12-12T17:40:52.856" v="1592"/>
            <ac:spMkLst>
              <pc:docMk/>
              <pc:sldMasterMk cId="2301038713" sldId="2147483785"/>
              <pc:sldLayoutMk cId="866238883" sldId="2147483803"/>
              <ac:spMk id="8" creationId="{2D6FBB9D-1CAA-4D05-AB33-BABDFE17B843}"/>
            </ac:spMkLst>
          </pc:spChg>
          <pc:spChg chg="del">
            <ac:chgData name="Niket Shah" userId="92ecded0c44668af" providerId="LiveId" clId="{B8077597-D927-4E10-AAB6-6A1D6F00BA72}" dt="2024-12-12T17:40:52.856" v="1592"/>
            <ac:spMkLst>
              <pc:docMk/>
              <pc:sldMasterMk cId="2301038713" sldId="2147483785"/>
              <pc:sldLayoutMk cId="866238883" sldId="2147483803"/>
              <ac:spMk id="10" creationId="{04727B71-B4B6-4823-80A1-68C40B475118}"/>
            </ac:spMkLst>
          </pc:spChg>
          <pc:spChg chg="del">
            <ac:chgData name="Niket Shah" userId="92ecded0c44668af" providerId="LiveId" clId="{B8077597-D927-4E10-AAB6-6A1D6F00BA72}" dt="2024-12-12T17:40:52.856" v="1592"/>
            <ac:spMkLst>
              <pc:docMk/>
              <pc:sldMasterMk cId="2301038713" sldId="2147483785"/>
              <pc:sldLayoutMk cId="866238883" sldId="2147483803"/>
              <ac:spMk id="12" creationId="{79A6DB05-9FB5-4B07-8675-74C23D4FD89D}"/>
            </ac:spMkLst>
          </pc:spChg>
        </pc:sldLayoutChg>
      </pc:sldMasterChg>
    </pc:docChg>
  </pc:docChgLst>
</pc:chgInfo>
</file>

<file path=ppt/diagrams/_rels/data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3B7A50-74CC-483C-BA01-D0CBCAA38E99}"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59F885E1-0F06-4913-BA86-7D098F8C7898}">
      <dgm:prSet custT="1"/>
      <dgm:spPr/>
      <dgm:t>
        <a:bodyPr/>
        <a:lstStyle/>
        <a:p>
          <a:r>
            <a:rPr lang="en-IN" sz="1500" dirty="0">
              <a:latin typeface="Times New Roman" panose="02020603050405020304" pitchFamily="18" charset="0"/>
              <a:cs typeface="Times New Roman" panose="02020603050405020304" pitchFamily="18" charset="0"/>
            </a:rPr>
            <a:t>Net sales for the Walmart U.S. segment totalled $441.817 billion in FY2024, equivalent to 68.2% of total revenue</a:t>
          </a:r>
          <a:r>
            <a:rPr lang="en-IN" sz="1800" dirty="0"/>
            <a:t>.</a:t>
          </a:r>
          <a:endParaRPr lang="en-US" sz="1800" dirty="0"/>
        </a:p>
      </dgm:t>
    </dgm:pt>
    <dgm:pt modelId="{EA9603C3-8A6E-44DB-B2E5-6136EF4738F5}" type="parTrans" cxnId="{8AD4D15A-21F3-477D-B155-620ABBFD64BC}">
      <dgm:prSet/>
      <dgm:spPr/>
      <dgm:t>
        <a:bodyPr/>
        <a:lstStyle/>
        <a:p>
          <a:endParaRPr lang="en-US"/>
        </a:p>
      </dgm:t>
    </dgm:pt>
    <dgm:pt modelId="{2DCCAB11-EB85-4C79-9821-35905637A3F5}" type="sibTrans" cxnId="{8AD4D15A-21F3-477D-B155-620ABBFD64BC}">
      <dgm:prSet/>
      <dgm:spPr/>
      <dgm:t>
        <a:bodyPr/>
        <a:lstStyle/>
        <a:p>
          <a:endParaRPr lang="en-US"/>
        </a:p>
      </dgm:t>
    </dgm:pt>
    <dgm:pt modelId="{B2AA0ADD-3424-4F36-8F37-6E7694C3DB73}">
      <dgm:prSet custT="1"/>
      <dgm:spPr/>
      <dgm:t>
        <a:bodyPr/>
        <a:lstStyle/>
        <a:p>
          <a:r>
            <a:rPr lang="en-IN" sz="1500" dirty="0">
              <a:latin typeface="Times New Roman" panose="02020603050405020304" pitchFamily="18" charset="0"/>
              <a:cs typeface="Times New Roman" panose="02020603050405020304" pitchFamily="18" charset="0"/>
            </a:rPr>
            <a:t>Walmart International segment net sales totalled $114.641 billion in FY2024.</a:t>
          </a:r>
          <a:endParaRPr lang="en-US" sz="1500" dirty="0">
            <a:latin typeface="Times New Roman" panose="02020603050405020304" pitchFamily="18" charset="0"/>
            <a:cs typeface="Times New Roman" panose="02020603050405020304" pitchFamily="18" charset="0"/>
          </a:endParaRPr>
        </a:p>
      </dgm:t>
    </dgm:pt>
    <dgm:pt modelId="{52F69A0A-C0BC-4D8B-B65D-F8A77DA4D631}" type="parTrans" cxnId="{BBB09731-D36B-4BEE-A003-05C931D7B54E}">
      <dgm:prSet/>
      <dgm:spPr/>
      <dgm:t>
        <a:bodyPr/>
        <a:lstStyle/>
        <a:p>
          <a:endParaRPr lang="en-US"/>
        </a:p>
      </dgm:t>
    </dgm:pt>
    <dgm:pt modelId="{6BE453E1-D1E3-4AEA-8F17-694D284F1D60}" type="sibTrans" cxnId="{BBB09731-D36B-4BEE-A003-05C931D7B54E}">
      <dgm:prSet/>
      <dgm:spPr/>
      <dgm:t>
        <a:bodyPr/>
        <a:lstStyle/>
        <a:p>
          <a:endParaRPr lang="en-US"/>
        </a:p>
      </dgm:t>
    </dgm:pt>
    <dgm:pt modelId="{80CFA5D5-3547-41CD-9815-A20093A0BD38}">
      <dgm:prSet custT="1"/>
      <dgm:spPr/>
      <dgm:t>
        <a:bodyPr/>
        <a:lstStyle/>
        <a:p>
          <a:r>
            <a:rPr lang="en-IN" sz="1500" dirty="0">
              <a:latin typeface="Times New Roman" panose="02020603050405020304" pitchFamily="18" charset="0"/>
              <a:cs typeface="Times New Roman" panose="02020603050405020304" pitchFamily="18" charset="0"/>
            </a:rPr>
            <a:t>Sam’s Club net sales, including fuel, totalled $86.179 billion and excluding fuel, Sam’s Club stores netted $75.057 billion.</a:t>
          </a:r>
          <a:endParaRPr lang="en-US" sz="1500" dirty="0">
            <a:latin typeface="Times New Roman" panose="02020603050405020304" pitchFamily="18" charset="0"/>
            <a:cs typeface="Times New Roman" panose="02020603050405020304" pitchFamily="18" charset="0"/>
          </a:endParaRPr>
        </a:p>
      </dgm:t>
    </dgm:pt>
    <dgm:pt modelId="{239BD240-A64B-482E-BE73-3EDE34D98ECA}" type="parTrans" cxnId="{DACE20C9-431D-4FE6-A367-85EF8B05EA74}">
      <dgm:prSet/>
      <dgm:spPr/>
      <dgm:t>
        <a:bodyPr/>
        <a:lstStyle/>
        <a:p>
          <a:endParaRPr lang="en-US"/>
        </a:p>
      </dgm:t>
    </dgm:pt>
    <dgm:pt modelId="{F159E8DA-D05F-4376-831E-C5EBC4C0C053}" type="sibTrans" cxnId="{DACE20C9-431D-4FE6-A367-85EF8B05EA74}">
      <dgm:prSet/>
      <dgm:spPr/>
      <dgm:t>
        <a:bodyPr/>
        <a:lstStyle/>
        <a:p>
          <a:endParaRPr lang="en-US"/>
        </a:p>
      </dgm:t>
    </dgm:pt>
    <dgm:pt modelId="{C687F6F4-2EC9-4735-BEE2-A83B5A4D604D}">
      <dgm:prSet custT="1"/>
      <dgm:spPr/>
      <dgm:t>
        <a:bodyPr/>
        <a:lstStyle/>
        <a:p>
          <a:r>
            <a:rPr lang="en-US" sz="1500" dirty="0">
              <a:latin typeface="Times New Roman" panose="02020603050405020304" pitchFamily="18" charset="0"/>
              <a:cs typeface="Times New Roman" panose="02020603050405020304" pitchFamily="18" charset="0"/>
            </a:rPr>
            <a:t>Overall, Walmart's global net sales amounted to $642.6 billion, marking a 6% increase from the previous fiscal year. </a:t>
          </a:r>
        </a:p>
      </dgm:t>
    </dgm:pt>
    <dgm:pt modelId="{B0AFF3E4-6F5D-4E14-B7A2-B9766CF49ABA}" type="parTrans" cxnId="{BA61C7E3-622B-4CB9-BD9D-F4D1251C18F7}">
      <dgm:prSet/>
      <dgm:spPr/>
      <dgm:t>
        <a:bodyPr/>
        <a:lstStyle/>
        <a:p>
          <a:endParaRPr lang="en-US"/>
        </a:p>
      </dgm:t>
    </dgm:pt>
    <dgm:pt modelId="{1C7F3B14-6D0E-4663-A233-6DB813685512}" type="sibTrans" cxnId="{BA61C7E3-622B-4CB9-BD9D-F4D1251C18F7}">
      <dgm:prSet/>
      <dgm:spPr/>
      <dgm:t>
        <a:bodyPr/>
        <a:lstStyle/>
        <a:p>
          <a:endParaRPr lang="en-US"/>
        </a:p>
      </dgm:t>
    </dgm:pt>
    <dgm:pt modelId="{B9E2C5C9-6284-4E62-A389-1908D088D523}" type="pres">
      <dgm:prSet presAssocID="{643B7A50-74CC-483C-BA01-D0CBCAA38E99}" presName="linear" presStyleCnt="0">
        <dgm:presLayoutVars>
          <dgm:animLvl val="lvl"/>
          <dgm:resizeHandles val="exact"/>
        </dgm:presLayoutVars>
      </dgm:prSet>
      <dgm:spPr/>
    </dgm:pt>
    <dgm:pt modelId="{533627A2-350A-4C8D-A84F-6F5120C213D0}" type="pres">
      <dgm:prSet presAssocID="{59F885E1-0F06-4913-BA86-7D098F8C7898}" presName="parentText" presStyleLbl="node1" presStyleIdx="0" presStyleCnt="4">
        <dgm:presLayoutVars>
          <dgm:chMax val="0"/>
          <dgm:bulletEnabled val="1"/>
        </dgm:presLayoutVars>
      </dgm:prSet>
      <dgm:spPr/>
    </dgm:pt>
    <dgm:pt modelId="{42970E33-8FEB-4EA8-98F4-A46D6B5E72E1}" type="pres">
      <dgm:prSet presAssocID="{2DCCAB11-EB85-4C79-9821-35905637A3F5}" presName="spacer" presStyleCnt="0"/>
      <dgm:spPr/>
    </dgm:pt>
    <dgm:pt modelId="{6455F251-EC29-4B8B-824D-5F976E1CF5D8}" type="pres">
      <dgm:prSet presAssocID="{B2AA0ADD-3424-4F36-8F37-6E7694C3DB73}" presName="parentText" presStyleLbl="node1" presStyleIdx="1" presStyleCnt="4">
        <dgm:presLayoutVars>
          <dgm:chMax val="0"/>
          <dgm:bulletEnabled val="1"/>
        </dgm:presLayoutVars>
      </dgm:prSet>
      <dgm:spPr/>
    </dgm:pt>
    <dgm:pt modelId="{06B11658-2B68-4FDF-9C43-DFC3EED9FAC6}" type="pres">
      <dgm:prSet presAssocID="{6BE453E1-D1E3-4AEA-8F17-694D284F1D60}" presName="spacer" presStyleCnt="0"/>
      <dgm:spPr/>
    </dgm:pt>
    <dgm:pt modelId="{02227148-862E-491E-A526-7263FC64F0AD}" type="pres">
      <dgm:prSet presAssocID="{80CFA5D5-3547-41CD-9815-A20093A0BD38}" presName="parentText" presStyleLbl="node1" presStyleIdx="2" presStyleCnt="4">
        <dgm:presLayoutVars>
          <dgm:chMax val="0"/>
          <dgm:bulletEnabled val="1"/>
        </dgm:presLayoutVars>
      </dgm:prSet>
      <dgm:spPr/>
    </dgm:pt>
    <dgm:pt modelId="{C7C2FBA6-D42F-42FF-9385-63DCA5058753}" type="pres">
      <dgm:prSet presAssocID="{F159E8DA-D05F-4376-831E-C5EBC4C0C053}" presName="spacer" presStyleCnt="0"/>
      <dgm:spPr/>
    </dgm:pt>
    <dgm:pt modelId="{572D0E74-DFC1-44D7-9368-4D4D08BA98FD}" type="pres">
      <dgm:prSet presAssocID="{C687F6F4-2EC9-4735-BEE2-A83B5A4D604D}" presName="parentText" presStyleLbl="node1" presStyleIdx="3" presStyleCnt="4">
        <dgm:presLayoutVars>
          <dgm:chMax val="0"/>
          <dgm:bulletEnabled val="1"/>
        </dgm:presLayoutVars>
      </dgm:prSet>
      <dgm:spPr/>
    </dgm:pt>
  </dgm:ptLst>
  <dgm:cxnLst>
    <dgm:cxn modelId="{BBB09731-D36B-4BEE-A003-05C931D7B54E}" srcId="{643B7A50-74CC-483C-BA01-D0CBCAA38E99}" destId="{B2AA0ADD-3424-4F36-8F37-6E7694C3DB73}" srcOrd="1" destOrd="0" parTransId="{52F69A0A-C0BC-4D8B-B65D-F8A77DA4D631}" sibTransId="{6BE453E1-D1E3-4AEA-8F17-694D284F1D60}"/>
    <dgm:cxn modelId="{B69A955B-0078-4729-A037-A3E3A09F1E76}" type="presOf" srcId="{80CFA5D5-3547-41CD-9815-A20093A0BD38}" destId="{02227148-862E-491E-A526-7263FC64F0AD}" srcOrd="0" destOrd="0" presId="urn:microsoft.com/office/officeart/2005/8/layout/vList2"/>
    <dgm:cxn modelId="{11E13D56-9644-44EC-B78C-A174B59C857F}" type="presOf" srcId="{B2AA0ADD-3424-4F36-8F37-6E7694C3DB73}" destId="{6455F251-EC29-4B8B-824D-5F976E1CF5D8}" srcOrd="0" destOrd="0" presId="urn:microsoft.com/office/officeart/2005/8/layout/vList2"/>
    <dgm:cxn modelId="{8AD4D15A-21F3-477D-B155-620ABBFD64BC}" srcId="{643B7A50-74CC-483C-BA01-D0CBCAA38E99}" destId="{59F885E1-0F06-4913-BA86-7D098F8C7898}" srcOrd="0" destOrd="0" parTransId="{EA9603C3-8A6E-44DB-B2E5-6136EF4738F5}" sibTransId="{2DCCAB11-EB85-4C79-9821-35905637A3F5}"/>
    <dgm:cxn modelId="{FF773887-ED52-4E99-AB1D-76B384A4BFC9}" type="presOf" srcId="{643B7A50-74CC-483C-BA01-D0CBCAA38E99}" destId="{B9E2C5C9-6284-4E62-A389-1908D088D523}" srcOrd="0" destOrd="0" presId="urn:microsoft.com/office/officeart/2005/8/layout/vList2"/>
    <dgm:cxn modelId="{D2F0F791-A84A-41BF-84F0-2E509C2EB8AF}" type="presOf" srcId="{C687F6F4-2EC9-4735-BEE2-A83B5A4D604D}" destId="{572D0E74-DFC1-44D7-9368-4D4D08BA98FD}" srcOrd="0" destOrd="0" presId="urn:microsoft.com/office/officeart/2005/8/layout/vList2"/>
    <dgm:cxn modelId="{DACE20C9-431D-4FE6-A367-85EF8B05EA74}" srcId="{643B7A50-74CC-483C-BA01-D0CBCAA38E99}" destId="{80CFA5D5-3547-41CD-9815-A20093A0BD38}" srcOrd="2" destOrd="0" parTransId="{239BD240-A64B-482E-BE73-3EDE34D98ECA}" sibTransId="{F159E8DA-D05F-4376-831E-C5EBC4C0C053}"/>
    <dgm:cxn modelId="{BA61C7E3-622B-4CB9-BD9D-F4D1251C18F7}" srcId="{643B7A50-74CC-483C-BA01-D0CBCAA38E99}" destId="{C687F6F4-2EC9-4735-BEE2-A83B5A4D604D}" srcOrd="3" destOrd="0" parTransId="{B0AFF3E4-6F5D-4E14-B7A2-B9766CF49ABA}" sibTransId="{1C7F3B14-6D0E-4663-A233-6DB813685512}"/>
    <dgm:cxn modelId="{7EEEB7E4-3EC9-4154-A30F-50304FAD8CAE}" type="presOf" srcId="{59F885E1-0F06-4913-BA86-7D098F8C7898}" destId="{533627A2-350A-4C8D-A84F-6F5120C213D0}" srcOrd="0" destOrd="0" presId="urn:microsoft.com/office/officeart/2005/8/layout/vList2"/>
    <dgm:cxn modelId="{5B78EED9-F8B3-4FEF-AE24-AC181ABD7B0E}" type="presParOf" srcId="{B9E2C5C9-6284-4E62-A389-1908D088D523}" destId="{533627A2-350A-4C8D-A84F-6F5120C213D0}" srcOrd="0" destOrd="0" presId="urn:microsoft.com/office/officeart/2005/8/layout/vList2"/>
    <dgm:cxn modelId="{C507C808-1FA5-4D0E-8854-C27CED86DF6C}" type="presParOf" srcId="{B9E2C5C9-6284-4E62-A389-1908D088D523}" destId="{42970E33-8FEB-4EA8-98F4-A46D6B5E72E1}" srcOrd="1" destOrd="0" presId="urn:microsoft.com/office/officeart/2005/8/layout/vList2"/>
    <dgm:cxn modelId="{4D55D17B-92B2-4B53-9195-46184453CCF5}" type="presParOf" srcId="{B9E2C5C9-6284-4E62-A389-1908D088D523}" destId="{6455F251-EC29-4B8B-824D-5F976E1CF5D8}" srcOrd="2" destOrd="0" presId="urn:microsoft.com/office/officeart/2005/8/layout/vList2"/>
    <dgm:cxn modelId="{9824665C-8E31-4880-9DCF-D97A420EBC28}" type="presParOf" srcId="{B9E2C5C9-6284-4E62-A389-1908D088D523}" destId="{06B11658-2B68-4FDF-9C43-DFC3EED9FAC6}" srcOrd="3" destOrd="0" presId="urn:microsoft.com/office/officeart/2005/8/layout/vList2"/>
    <dgm:cxn modelId="{8BB6B48F-379C-4F46-945A-0B0C74AC2B5C}" type="presParOf" srcId="{B9E2C5C9-6284-4E62-A389-1908D088D523}" destId="{02227148-862E-491E-A526-7263FC64F0AD}" srcOrd="4" destOrd="0" presId="urn:microsoft.com/office/officeart/2005/8/layout/vList2"/>
    <dgm:cxn modelId="{F82D6532-1486-48A0-AD90-CC759F816541}" type="presParOf" srcId="{B9E2C5C9-6284-4E62-A389-1908D088D523}" destId="{C7C2FBA6-D42F-42FF-9385-63DCA5058753}" srcOrd="5" destOrd="0" presId="urn:microsoft.com/office/officeart/2005/8/layout/vList2"/>
    <dgm:cxn modelId="{A2D1F2FA-E895-4F30-89F9-2ADDAF6AA851}" type="presParOf" srcId="{B9E2C5C9-6284-4E62-A389-1908D088D523}" destId="{572D0E74-DFC1-44D7-9368-4D4D08BA98FD}" srcOrd="6"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0395E65-12CF-472E-8EA7-CCD14284654E}"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US"/>
        </a:p>
      </dgm:t>
    </dgm:pt>
    <dgm:pt modelId="{A94B9DE0-5485-4E69-9C73-498405450BB7}">
      <dgm:prSet custT="1"/>
      <dgm:spPr/>
      <dgm:t>
        <a:bodyPr/>
        <a:lstStyle/>
        <a:p>
          <a:r>
            <a:rPr lang="en-US" sz="1200" dirty="0">
              <a:latin typeface="Times New Roman" panose="02020603050405020304" pitchFamily="18" charset="0"/>
              <a:cs typeface="Times New Roman" panose="02020603050405020304" pitchFamily="18" charset="0"/>
            </a:rPr>
            <a:t>Walmart's initial public offering</a:t>
          </a:r>
          <a:r>
            <a:rPr lang="en-US" sz="1200" b="1" dirty="0">
              <a:latin typeface="Times New Roman" panose="02020603050405020304" pitchFamily="18" charset="0"/>
              <a:cs typeface="Times New Roman" panose="02020603050405020304" pitchFamily="18" charset="0"/>
            </a:rPr>
            <a:t> (IPO)</a:t>
          </a:r>
          <a:r>
            <a:rPr lang="en-US" sz="1200" dirty="0">
              <a:latin typeface="Times New Roman" panose="02020603050405020304" pitchFamily="18" charset="0"/>
              <a:cs typeface="Times New Roman" panose="02020603050405020304" pitchFamily="18" charset="0"/>
            </a:rPr>
            <a:t> was listed on </a:t>
          </a:r>
          <a:r>
            <a:rPr lang="en-US" sz="1200" b="1" dirty="0">
              <a:latin typeface="Times New Roman" panose="02020603050405020304" pitchFamily="18" charset="0"/>
              <a:cs typeface="Times New Roman" panose="02020603050405020304" pitchFamily="18" charset="0"/>
            </a:rPr>
            <a:t>October 1, 1970</a:t>
          </a:r>
          <a:r>
            <a:rPr lang="en-US" sz="1200" dirty="0">
              <a:latin typeface="Times New Roman" panose="02020603050405020304" pitchFamily="18" charset="0"/>
              <a:cs typeface="Times New Roman" panose="02020603050405020304" pitchFamily="18" charset="0"/>
            </a:rPr>
            <a:t>, on the </a:t>
          </a:r>
          <a:r>
            <a:rPr lang="en-US" sz="1200" b="1" dirty="0">
              <a:latin typeface="Times New Roman" panose="02020603050405020304" pitchFamily="18" charset="0"/>
              <a:cs typeface="Times New Roman" panose="02020603050405020304" pitchFamily="18" charset="0"/>
            </a:rPr>
            <a:t>New York Stock Exchange (NYSE)</a:t>
          </a:r>
          <a:r>
            <a:rPr lang="en-US" sz="1200" dirty="0">
              <a:latin typeface="Times New Roman" panose="02020603050405020304" pitchFamily="18" charset="0"/>
              <a:cs typeface="Times New Roman" panose="02020603050405020304" pitchFamily="18" charset="0"/>
            </a:rPr>
            <a:t> under the ticker symbol </a:t>
          </a:r>
          <a:r>
            <a:rPr lang="en-US" sz="1200" b="1" dirty="0">
              <a:latin typeface="Times New Roman" panose="02020603050405020304" pitchFamily="18" charset="0"/>
              <a:cs typeface="Times New Roman" panose="02020603050405020304" pitchFamily="18" charset="0"/>
            </a:rPr>
            <a:t>WMT</a:t>
          </a:r>
          <a:r>
            <a:rPr lang="en-US" sz="1200" dirty="0">
              <a:latin typeface="Times New Roman" panose="02020603050405020304" pitchFamily="18" charset="0"/>
              <a:cs typeface="Times New Roman" panose="02020603050405020304" pitchFamily="18" charset="0"/>
            </a:rPr>
            <a:t>. The stock was initially priced at </a:t>
          </a:r>
          <a:r>
            <a:rPr lang="en-US" sz="1200" b="1" dirty="0">
              <a:latin typeface="Times New Roman" panose="02020603050405020304" pitchFamily="18" charset="0"/>
              <a:cs typeface="Times New Roman" panose="02020603050405020304" pitchFamily="18" charset="0"/>
            </a:rPr>
            <a:t>$16.50 per share</a:t>
          </a:r>
          <a:r>
            <a:rPr lang="en-US" sz="1200" dirty="0">
              <a:latin typeface="Times New Roman" panose="02020603050405020304" pitchFamily="18" charset="0"/>
              <a:cs typeface="Times New Roman" panose="02020603050405020304" pitchFamily="18" charset="0"/>
            </a:rPr>
            <a:t>. </a:t>
          </a:r>
        </a:p>
      </dgm:t>
    </dgm:pt>
    <dgm:pt modelId="{7A3A105F-30A4-4529-992E-4C8067D95ACC}" type="parTrans" cxnId="{CF463DF5-3EFE-468E-99AB-9DD395829522}">
      <dgm:prSet/>
      <dgm:spPr/>
      <dgm:t>
        <a:bodyPr/>
        <a:lstStyle/>
        <a:p>
          <a:endParaRPr lang="en-US"/>
        </a:p>
      </dgm:t>
    </dgm:pt>
    <dgm:pt modelId="{7944C3B5-750A-4E16-9D4C-59ED4E0CE79F}" type="sibTrans" cxnId="{CF463DF5-3EFE-468E-99AB-9DD395829522}">
      <dgm:prSet/>
      <dgm:spPr/>
      <dgm:t>
        <a:bodyPr/>
        <a:lstStyle/>
        <a:p>
          <a:endParaRPr lang="en-US"/>
        </a:p>
      </dgm:t>
    </dgm:pt>
    <dgm:pt modelId="{F5B17D51-1B84-4D97-A596-C48BA3021F92}">
      <dgm:prSet custT="1"/>
      <dgm:spPr/>
      <dgm:t>
        <a:bodyPr/>
        <a:lstStyle/>
        <a:p>
          <a:r>
            <a:rPr lang="en-US" sz="1200" dirty="0">
              <a:latin typeface="Times New Roman" panose="02020603050405020304" pitchFamily="18" charset="0"/>
              <a:cs typeface="Times New Roman" panose="02020603050405020304" pitchFamily="18" charset="0"/>
            </a:rPr>
            <a:t>The stock reached an all-time high closing price of </a:t>
          </a:r>
          <a:r>
            <a:rPr lang="en-US" sz="1200" b="1" dirty="0">
              <a:latin typeface="Times New Roman" panose="02020603050405020304" pitchFamily="18" charset="0"/>
              <a:cs typeface="Times New Roman" panose="02020603050405020304" pitchFamily="18" charset="0"/>
            </a:rPr>
            <a:t>$95.70 </a:t>
          </a:r>
          <a:r>
            <a:rPr lang="en-US" sz="1200" dirty="0">
              <a:latin typeface="Times New Roman" panose="02020603050405020304" pitchFamily="18" charset="0"/>
              <a:cs typeface="Times New Roman" panose="02020603050405020304" pitchFamily="18" charset="0"/>
            </a:rPr>
            <a:t>on December 6, 2024.</a:t>
          </a:r>
        </a:p>
      </dgm:t>
    </dgm:pt>
    <dgm:pt modelId="{D61F4680-1716-4373-B86A-9E5C04DF752B}" type="parTrans" cxnId="{E98F708D-2DF9-4561-8102-E6873F61EECB}">
      <dgm:prSet/>
      <dgm:spPr/>
      <dgm:t>
        <a:bodyPr/>
        <a:lstStyle/>
        <a:p>
          <a:endParaRPr lang="en-US"/>
        </a:p>
      </dgm:t>
    </dgm:pt>
    <dgm:pt modelId="{277BA580-3B0E-421D-A60A-2C9C30A4DC64}" type="sibTrans" cxnId="{E98F708D-2DF9-4561-8102-E6873F61EECB}">
      <dgm:prSet/>
      <dgm:spPr/>
      <dgm:t>
        <a:bodyPr/>
        <a:lstStyle/>
        <a:p>
          <a:endParaRPr lang="en-US"/>
        </a:p>
      </dgm:t>
    </dgm:pt>
    <dgm:pt modelId="{7AE86715-3DD6-4741-BCA5-5FE6337669DC}">
      <dgm:prSet custT="1"/>
      <dgm:spPr/>
      <dgm:t>
        <a:bodyPr/>
        <a:lstStyle/>
        <a:p>
          <a:r>
            <a:rPr lang="en-US" sz="1200" i="0" dirty="0">
              <a:latin typeface="Times New Roman" panose="02020603050405020304" pitchFamily="18" charset="0"/>
              <a:cs typeface="Times New Roman" panose="02020603050405020304" pitchFamily="18" charset="0"/>
            </a:rPr>
            <a:t>The Walmart </a:t>
          </a:r>
          <a:r>
            <a:rPr lang="en-US" sz="1200" b="1" i="0" dirty="0">
              <a:latin typeface="Times New Roman" panose="02020603050405020304" pitchFamily="18" charset="0"/>
              <a:cs typeface="Times New Roman" panose="02020603050405020304" pitchFamily="18" charset="0"/>
            </a:rPr>
            <a:t>52-week high </a:t>
          </a:r>
          <a:r>
            <a:rPr lang="en-US" sz="1200" i="0" dirty="0">
              <a:latin typeface="Times New Roman" panose="02020603050405020304" pitchFamily="18" charset="0"/>
              <a:cs typeface="Times New Roman" panose="02020603050405020304" pitchFamily="18" charset="0"/>
            </a:rPr>
            <a:t>stock price is </a:t>
          </a:r>
          <a:r>
            <a:rPr lang="en-US" sz="1200" b="1" i="0" dirty="0">
              <a:latin typeface="Times New Roman" panose="02020603050405020304" pitchFamily="18" charset="0"/>
              <a:cs typeface="Times New Roman" panose="02020603050405020304" pitchFamily="18" charset="0"/>
            </a:rPr>
            <a:t>96.18</a:t>
          </a:r>
          <a:r>
            <a:rPr lang="en-US" sz="1200" i="0" dirty="0">
              <a:latin typeface="Times New Roman" panose="02020603050405020304" pitchFamily="18" charset="0"/>
              <a:cs typeface="Times New Roman" panose="02020603050405020304" pitchFamily="18" charset="0"/>
            </a:rPr>
            <a:t>, which is</a:t>
          </a:r>
          <a:r>
            <a:rPr lang="en-US" sz="1200" b="1" i="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1.28% above </a:t>
          </a:r>
          <a:r>
            <a:rPr lang="en-US" sz="1200" i="0" dirty="0">
              <a:latin typeface="Times New Roman" panose="02020603050405020304" pitchFamily="18" charset="0"/>
              <a:cs typeface="Times New Roman" panose="02020603050405020304" pitchFamily="18" charset="0"/>
            </a:rPr>
            <a:t>the current share price.</a:t>
          </a:r>
          <a:endParaRPr lang="en-US" sz="1200" dirty="0">
            <a:latin typeface="Times New Roman" panose="02020603050405020304" pitchFamily="18" charset="0"/>
            <a:cs typeface="Times New Roman" panose="02020603050405020304" pitchFamily="18" charset="0"/>
          </a:endParaRPr>
        </a:p>
      </dgm:t>
    </dgm:pt>
    <dgm:pt modelId="{E5ED54DD-088E-43D9-9149-92E1DE53132C}" type="parTrans" cxnId="{4D783041-E8ED-444C-B80E-4A1DFFF4B307}">
      <dgm:prSet/>
      <dgm:spPr/>
      <dgm:t>
        <a:bodyPr/>
        <a:lstStyle/>
        <a:p>
          <a:endParaRPr lang="en-US"/>
        </a:p>
      </dgm:t>
    </dgm:pt>
    <dgm:pt modelId="{5F52B620-FD65-495D-BC21-D9E8384AFCD2}" type="sibTrans" cxnId="{4D783041-E8ED-444C-B80E-4A1DFFF4B307}">
      <dgm:prSet/>
      <dgm:spPr/>
      <dgm:t>
        <a:bodyPr/>
        <a:lstStyle/>
        <a:p>
          <a:endParaRPr lang="en-US"/>
        </a:p>
      </dgm:t>
    </dgm:pt>
    <dgm:pt modelId="{65C53B27-FA57-4A4D-BE3C-8743D34865B0}">
      <dgm:prSet custT="1"/>
      <dgm:spPr/>
      <dgm:t>
        <a:bodyPr/>
        <a:lstStyle/>
        <a:p>
          <a:r>
            <a:rPr lang="en-US" sz="1200" dirty="0">
              <a:latin typeface="Times New Roman" panose="02020603050405020304" pitchFamily="18" charset="0"/>
              <a:cs typeface="Times New Roman" panose="02020603050405020304" pitchFamily="18" charset="0"/>
            </a:rPr>
            <a:t>The Walmart </a:t>
          </a:r>
          <a:r>
            <a:rPr lang="en-US" sz="1200" b="1" dirty="0">
              <a:latin typeface="Times New Roman" panose="02020603050405020304" pitchFamily="18" charset="0"/>
              <a:cs typeface="Times New Roman" panose="02020603050405020304" pitchFamily="18" charset="0"/>
            </a:rPr>
            <a:t>52-week low stock price</a:t>
          </a:r>
          <a:r>
            <a:rPr lang="en-US" sz="1200" dirty="0">
              <a:latin typeface="Times New Roman" panose="02020603050405020304" pitchFamily="18" charset="0"/>
              <a:cs typeface="Times New Roman" panose="02020603050405020304" pitchFamily="18" charset="0"/>
            </a:rPr>
            <a:t> is </a:t>
          </a:r>
          <a:r>
            <a:rPr lang="en-US" sz="1200" b="1" dirty="0">
              <a:latin typeface="Times New Roman" panose="02020603050405020304" pitchFamily="18" charset="0"/>
              <a:cs typeface="Times New Roman" panose="02020603050405020304" pitchFamily="18" charset="0"/>
            </a:rPr>
            <a:t>$50.21</a:t>
          </a:r>
          <a:r>
            <a:rPr lang="en-US" sz="1200" dirty="0">
              <a:latin typeface="Times New Roman" panose="02020603050405020304" pitchFamily="18" charset="0"/>
              <a:cs typeface="Times New Roman" panose="02020603050405020304" pitchFamily="18" charset="0"/>
            </a:rPr>
            <a:t>, which is approximately </a:t>
          </a:r>
          <a:r>
            <a:rPr lang="en-US" sz="1200" b="1" dirty="0">
              <a:latin typeface="Times New Roman" panose="02020603050405020304" pitchFamily="18" charset="0"/>
              <a:cs typeface="Times New Roman" panose="02020603050405020304" pitchFamily="18" charset="0"/>
            </a:rPr>
            <a:t>47.13% below</a:t>
          </a:r>
          <a:r>
            <a:rPr lang="en-US" sz="1200" dirty="0">
              <a:latin typeface="Times New Roman" panose="02020603050405020304" pitchFamily="18" charset="0"/>
              <a:cs typeface="Times New Roman" panose="02020603050405020304" pitchFamily="18" charset="0"/>
            </a:rPr>
            <a:t> the current share price</a:t>
          </a:r>
        </a:p>
      </dgm:t>
    </dgm:pt>
    <dgm:pt modelId="{64CB18B7-576B-40A7-842C-7F1D15206E74}" type="parTrans" cxnId="{1CFF7984-D041-4408-A1E8-9F0AF71C5E56}">
      <dgm:prSet/>
      <dgm:spPr/>
      <dgm:t>
        <a:bodyPr/>
        <a:lstStyle/>
        <a:p>
          <a:endParaRPr lang="en-US"/>
        </a:p>
      </dgm:t>
    </dgm:pt>
    <dgm:pt modelId="{DE376E84-76A3-495E-9C1B-16D913D846EA}" type="sibTrans" cxnId="{1CFF7984-D041-4408-A1E8-9F0AF71C5E56}">
      <dgm:prSet/>
      <dgm:spPr/>
      <dgm:t>
        <a:bodyPr/>
        <a:lstStyle/>
        <a:p>
          <a:endParaRPr lang="en-US"/>
        </a:p>
      </dgm:t>
    </dgm:pt>
    <dgm:pt modelId="{9841C9DA-7B82-404D-8A9B-BE6E21A58CC9}">
      <dgm:prSet custT="1"/>
      <dgm:spPr/>
      <dgm:t>
        <a:bodyPr/>
        <a:lstStyle/>
        <a:p>
          <a:r>
            <a:rPr lang="en-US" sz="1200" i="0" dirty="0">
              <a:latin typeface="Times New Roman" panose="02020603050405020304" pitchFamily="18" charset="0"/>
              <a:cs typeface="Times New Roman" panose="02020603050405020304" pitchFamily="18" charset="0"/>
            </a:rPr>
            <a:t>The </a:t>
          </a:r>
          <a:r>
            <a:rPr lang="en-US" sz="1200" b="1" dirty="0">
              <a:latin typeface="Times New Roman" panose="02020603050405020304" pitchFamily="18" charset="0"/>
              <a:cs typeface="Times New Roman" panose="02020603050405020304" pitchFamily="18" charset="0"/>
            </a:rPr>
            <a:t>A</a:t>
          </a:r>
          <a:r>
            <a:rPr lang="en-US" sz="1200" b="1" i="0" dirty="0">
              <a:latin typeface="Times New Roman" panose="02020603050405020304" pitchFamily="18" charset="0"/>
              <a:cs typeface="Times New Roman" panose="02020603050405020304" pitchFamily="18" charset="0"/>
            </a:rPr>
            <a:t>verage Walmart stock price </a:t>
          </a:r>
          <a:r>
            <a:rPr lang="en-US" sz="1200" i="0" dirty="0">
              <a:latin typeface="Times New Roman" panose="02020603050405020304" pitchFamily="18" charset="0"/>
              <a:cs typeface="Times New Roman" panose="02020603050405020304" pitchFamily="18" charset="0"/>
            </a:rPr>
            <a:t>for the last 52 weeks is </a:t>
          </a:r>
          <a:r>
            <a:rPr lang="en-US" sz="1200" b="1" i="0" dirty="0">
              <a:latin typeface="Times New Roman" panose="02020603050405020304" pitchFamily="18" charset="0"/>
              <a:cs typeface="Times New Roman" panose="02020603050405020304" pitchFamily="18" charset="0"/>
            </a:rPr>
            <a:t>68.02</a:t>
          </a:r>
          <a:r>
            <a:rPr lang="en-US" sz="1200" i="0" dirty="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dgm:t>
    </dgm:pt>
    <dgm:pt modelId="{A734AAD1-FB85-4322-B885-071A95CFB307}" type="parTrans" cxnId="{26BD3DFE-02D9-45DB-9B40-B04C6524AF1B}">
      <dgm:prSet/>
      <dgm:spPr/>
      <dgm:t>
        <a:bodyPr/>
        <a:lstStyle/>
        <a:p>
          <a:endParaRPr lang="en-US"/>
        </a:p>
      </dgm:t>
    </dgm:pt>
    <dgm:pt modelId="{D00AF67F-22CE-49D4-9FE0-9F6B63847DC3}" type="sibTrans" cxnId="{26BD3DFE-02D9-45DB-9B40-B04C6524AF1B}">
      <dgm:prSet/>
      <dgm:spPr/>
      <dgm:t>
        <a:bodyPr/>
        <a:lstStyle/>
        <a:p>
          <a:endParaRPr lang="en-US"/>
        </a:p>
      </dgm:t>
    </dgm:pt>
    <dgm:pt modelId="{CD66A923-231B-4E9D-B761-2123DCDD7400}" type="pres">
      <dgm:prSet presAssocID="{60395E65-12CF-472E-8EA7-CCD14284654E}" presName="diagram" presStyleCnt="0">
        <dgm:presLayoutVars>
          <dgm:dir/>
          <dgm:resizeHandles val="exact"/>
        </dgm:presLayoutVars>
      </dgm:prSet>
      <dgm:spPr/>
    </dgm:pt>
    <dgm:pt modelId="{22910554-41BD-4F04-872B-BDC6D155153E}" type="pres">
      <dgm:prSet presAssocID="{A94B9DE0-5485-4E69-9C73-498405450BB7}" presName="node" presStyleLbl="node1" presStyleIdx="0" presStyleCnt="5" custScaleX="108663" custScaleY="142048">
        <dgm:presLayoutVars>
          <dgm:bulletEnabled val="1"/>
        </dgm:presLayoutVars>
      </dgm:prSet>
      <dgm:spPr/>
    </dgm:pt>
    <dgm:pt modelId="{187A0FEF-91FC-4CE1-8A39-F25C5CC5B947}" type="pres">
      <dgm:prSet presAssocID="{7944C3B5-750A-4E16-9D4C-59ED4E0CE79F}" presName="sibTrans" presStyleLbl="sibTrans2D1" presStyleIdx="0" presStyleCnt="4"/>
      <dgm:spPr/>
    </dgm:pt>
    <dgm:pt modelId="{D2444D09-46ED-4D26-B451-EA8B94B3FEE9}" type="pres">
      <dgm:prSet presAssocID="{7944C3B5-750A-4E16-9D4C-59ED4E0CE79F}" presName="connectorText" presStyleLbl="sibTrans2D1" presStyleIdx="0" presStyleCnt="4"/>
      <dgm:spPr/>
    </dgm:pt>
    <dgm:pt modelId="{50A80827-5E4D-48D8-BA22-F6BA85C936B1}" type="pres">
      <dgm:prSet presAssocID="{F5B17D51-1B84-4D97-A596-C48BA3021F92}" presName="node" presStyleLbl="node1" presStyleIdx="1" presStyleCnt="5">
        <dgm:presLayoutVars>
          <dgm:bulletEnabled val="1"/>
        </dgm:presLayoutVars>
      </dgm:prSet>
      <dgm:spPr/>
    </dgm:pt>
    <dgm:pt modelId="{45598D1E-F052-46D2-A7F1-F59D0F6FCF3B}" type="pres">
      <dgm:prSet presAssocID="{277BA580-3B0E-421D-A60A-2C9C30A4DC64}" presName="sibTrans" presStyleLbl="sibTrans2D1" presStyleIdx="1" presStyleCnt="4"/>
      <dgm:spPr/>
    </dgm:pt>
    <dgm:pt modelId="{221D463E-C3ED-40C1-BB9F-EE7A232B1EF8}" type="pres">
      <dgm:prSet presAssocID="{277BA580-3B0E-421D-A60A-2C9C30A4DC64}" presName="connectorText" presStyleLbl="sibTrans2D1" presStyleIdx="1" presStyleCnt="4"/>
      <dgm:spPr/>
    </dgm:pt>
    <dgm:pt modelId="{A534FB1A-483D-45EA-A474-3693BD54F23A}" type="pres">
      <dgm:prSet presAssocID="{7AE86715-3DD6-4741-BCA5-5FE6337669DC}" presName="node" presStyleLbl="node1" presStyleIdx="2" presStyleCnt="5">
        <dgm:presLayoutVars>
          <dgm:bulletEnabled val="1"/>
        </dgm:presLayoutVars>
      </dgm:prSet>
      <dgm:spPr/>
    </dgm:pt>
    <dgm:pt modelId="{5C486769-0A7C-4E68-A66F-3D6AF4C4C556}" type="pres">
      <dgm:prSet presAssocID="{5F52B620-FD65-495D-BC21-D9E8384AFCD2}" presName="sibTrans" presStyleLbl="sibTrans2D1" presStyleIdx="2" presStyleCnt="4"/>
      <dgm:spPr/>
    </dgm:pt>
    <dgm:pt modelId="{7534D950-3E42-487B-9DF8-3CA747CBA58F}" type="pres">
      <dgm:prSet presAssocID="{5F52B620-FD65-495D-BC21-D9E8384AFCD2}" presName="connectorText" presStyleLbl="sibTrans2D1" presStyleIdx="2" presStyleCnt="4"/>
      <dgm:spPr/>
    </dgm:pt>
    <dgm:pt modelId="{08CC0F90-FF88-4B24-99F8-9EC1E9ABA833}" type="pres">
      <dgm:prSet presAssocID="{65C53B27-FA57-4A4D-BE3C-8743D34865B0}" presName="node" presStyleLbl="node1" presStyleIdx="3" presStyleCnt="5">
        <dgm:presLayoutVars>
          <dgm:bulletEnabled val="1"/>
        </dgm:presLayoutVars>
      </dgm:prSet>
      <dgm:spPr/>
    </dgm:pt>
    <dgm:pt modelId="{EBBDF463-AABC-4ACD-A79F-0C31E4670A10}" type="pres">
      <dgm:prSet presAssocID="{DE376E84-76A3-495E-9C1B-16D913D846EA}" presName="sibTrans" presStyleLbl="sibTrans2D1" presStyleIdx="3" presStyleCnt="4"/>
      <dgm:spPr/>
    </dgm:pt>
    <dgm:pt modelId="{159F0C08-3D1D-416B-9E62-91FFD3865837}" type="pres">
      <dgm:prSet presAssocID="{DE376E84-76A3-495E-9C1B-16D913D846EA}" presName="connectorText" presStyleLbl="sibTrans2D1" presStyleIdx="3" presStyleCnt="4"/>
      <dgm:spPr/>
    </dgm:pt>
    <dgm:pt modelId="{646C0576-1A46-482E-A9C2-CE153E04C7DF}" type="pres">
      <dgm:prSet presAssocID="{9841C9DA-7B82-404D-8A9B-BE6E21A58CC9}" presName="node" presStyleLbl="node1" presStyleIdx="4" presStyleCnt="5">
        <dgm:presLayoutVars>
          <dgm:bulletEnabled val="1"/>
        </dgm:presLayoutVars>
      </dgm:prSet>
      <dgm:spPr/>
    </dgm:pt>
  </dgm:ptLst>
  <dgm:cxnLst>
    <dgm:cxn modelId="{1BC2DF04-A91B-4FFA-98BE-0D67240AE279}" type="presOf" srcId="{5F52B620-FD65-495D-BC21-D9E8384AFCD2}" destId="{5C486769-0A7C-4E68-A66F-3D6AF4C4C556}" srcOrd="0" destOrd="0" presId="urn:microsoft.com/office/officeart/2005/8/layout/process5"/>
    <dgm:cxn modelId="{5FC42406-D8E9-49F4-88B2-34EF2FAD8260}" type="presOf" srcId="{60395E65-12CF-472E-8EA7-CCD14284654E}" destId="{CD66A923-231B-4E9D-B761-2123DCDD7400}" srcOrd="0" destOrd="0" presId="urn:microsoft.com/office/officeart/2005/8/layout/process5"/>
    <dgm:cxn modelId="{058A9934-304F-478B-8ECB-1E08F830344B}" type="presOf" srcId="{7944C3B5-750A-4E16-9D4C-59ED4E0CE79F}" destId="{D2444D09-46ED-4D26-B451-EA8B94B3FEE9}" srcOrd="1" destOrd="0" presId="urn:microsoft.com/office/officeart/2005/8/layout/process5"/>
    <dgm:cxn modelId="{D2D16939-65FA-442A-A5CE-F23108401990}" type="presOf" srcId="{7AE86715-3DD6-4741-BCA5-5FE6337669DC}" destId="{A534FB1A-483D-45EA-A474-3693BD54F23A}" srcOrd="0" destOrd="0" presId="urn:microsoft.com/office/officeart/2005/8/layout/process5"/>
    <dgm:cxn modelId="{4D783041-E8ED-444C-B80E-4A1DFFF4B307}" srcId="{60395E65-12CF-472E-8EA7-CCD14284654E}" destId="{7AE86715-3DD6-4741-BCA5-5FE6337669DC}" srcOrd="2" destOrd="0" parTransId="{E5ED54DD-088E-43D9-9149-92E1DE53132C}" sibTransId="{5F52B620-FD65-495D-BC21-D9E8384AFCD2}"/>
    <dgm:cxn modelId="{37B97844-9847-4012-9EFA-9E7D561A5BA2}" type="presOf" srcId="{DE376E84-76A3-495E-9C1B-16D913D846EA}" destId="{159F0C08-3D1D-416B-9E62-91FFD3865837}" srcOrd="1" destOrd="0" presId="urn:microsoft.com/office/officeart/2005/8/layout/process5"/>
    <dgm:cxn modelId="{1E41A973-CD2B-40B6-91A2-57924D54F0DF}" type="presOf" srcId="{277BA580-3B0E-421D-A60A-2C9C30A4DC64}" destId="{45598D1E-F052-46D2-A7F1-F59D0F6FCF3B}" srcOrd="0" destOrd="0" presId="urn:microsoft.com/office/officeart/2005/8/layout/process5"/>
    <dgm:cxn modelId="{1CFF7984-D041-4408-A1E8-9F0AF71C5E56}" srcId="{60395E65-12CF-472E-8EA7-CCD14284654E}" destId="{65C53B27-FA57-4A4D-BE3C-8743D34865B0}" srcOrd="3" destOrd="0" parTransId="{64CB18B7-576B-40A7-842C-7F1D15206E74}" sibTransId="{DE376E84-76A3-495E-9C1B-16D913D846EA}"/>
    <dgm:cxn modelId="{31B86E87-610E-4EC5-8380-82834ED444FE}" type="presOf" srcId="{DE376E84-76A3-495E-9C1B-16D913D846EA}" destId="{EBBDF463-AABC-4ACD-A79F-0C31E4670A10}" srcOrd="0" destOrd="0" presId="urn:microsoft.com/office/officeart/2005/8/layout/process5"/>
    <dgm:cxn modelId="{E98F708D-2DF9-4561-8102-E6873F61EECB}" srcId="{60395E65-12CF-472E-8EA7-CCD14284654E}" destId="{F5B17D51-1B84-4D97-A596-C48BA3021F92}" srcOrd="1" destOrd="0" parTransId="{D61F4680-1716-4373-B86A-9E5C04DF752B}" sibTransId="{277BA580-3B0E-421D-A60A-2C9C30A4DC64}"/>
    <dgm:cxn modelId="{7F8B3B9E-FDB7-48F6-8F8D-AB47DB597B5A}" type="presOf" srcId="{A94B9DE0-5485-4E69-9C73-498405450BB7}" destId="{22910554-41BD-4F04-872B-BDC6D155153E}" srcOrd="0" destOrd="0" presId="urn:microsoft.com/office/officeart/2005/8/layout/process5"/>
    <dgm:cxn modelId="{DA74FAA6-921E-4B19-BDBE-2DBF56F8E126}" type="presOf" srcId="{7944C3B5-750A-4E16-9D4C-59ED4E0CE79F}" destId="{187A0FEF-91FC-4CE1-8A39-F25C5CC5B947}" srcOrd="0" destOrd="0" presId="urn:microsoft.com/office/officeart/2005/8/layout/process5"/>
    <dgm:cxn modelId="{32B5FCAC-E714-4AAE-A9D3-F3A7893AF121}" type="presOf" srcId="{F5B17D51-1B84-4D97-A596-C48BA3021F92}" destId="{50A80827-5E4D-48D8-BA22-F6BA85C936B1}" srcOrd="0" destOrd="0" presId="urn:microsoft.com/office/officeart/2005/8/layout/process5"/>
    <dgm:cxn modelId="{7EE9ADBA-43AA-4BCE-9A03-B4E5F9EB0FB5}" type="presOf" srcId="{9841C9DA-7B82-404D-8A9B-BE6E21A58CC9}" destId="{646C0576-1A46-482E-A9C2-CE153E04C7DF}" srcOrd="0" destOrd="0" presId="urn:microsoft.com/office/officeart/2005/8/layout/process5"/>
    <dgm:cxn modelId="{577C0EDE-D8F5-4157-BCA5-4A89F21A7DBC}" type="presOf" srcId="{5F52B620-FD65-495D-BC21-D9E8384AFCD2}" destId="{7534D950-3E42-487B-9DF8-3CA747CBA58F}" srcOrd="1" destOrd="0" presId="urn:microsoft.com/office/officeart/2005/8/layout/process5"/>
    <dgm:cxn modelId="{0CC6A8F4-BBEE-4937-969B-521FB61A9F5B}" type="presOf" srcId="{277BA580-3B0E-421D-A60A-2C9C30A4DC64}" destId="{221D463E-C3ED-40C1-BB9F-EE7A232B1EF8}" srcOrd="1" destOrd="0" presId="urn:microsoft.com/office/officeart/2005/8/layout/process5"/>
    <dgm:cxn modelId="{CF463DF5-3EFE-468E-99AB-9DD395829522}" srcId="{60395E65-12CF-472E-8EA7-CCD14284654E}" destId="{A94B9DE0-5485-4E69-9C73-498405450BB7}" srcOrd="0" destOrd="0" parTransId="{7A3A105F-30A4-4529-992E-4C8067D95ACC}" sibTransId="{7944C3B5-750A-4E16-9D4C-59ED4E0CE79F}"/>
    <dgm:cxn modelId="{BD80E5FD-647D-4C8B-99E1-8BEAA0FD8A31}" type="presOf" srcId="{65C53B27-FA57-4A4D-BE3C-8743D34865B0}" destId="{08CC0F90-FF88-4B24-99F8-9EC1E9ABA833}" srcOrd="0" destOrd="0" presId="urn:microsoft.com/office/officeart/2005/8/layout/process5"/>
    <dgm:cxn modelId="{26BD3DFE-02D9-45DB-9B40-B04C6524AF1B}" srcId="{60395E65-12CF-472E-8EA7-CCD14284654E}" destId="{9841C9DA-7B82-404D-8A9B-BE6E21A58CC9}" srcOrd="4" destOrd="0" parTransId="{A734AAD1-FB85-4322-B885-071A95CFB307}" sibTransId="{D00AF67F-22CE-49D4-9FE0-9F6B63847DC3}"/>
    <dgm:cxn modelId="{646B342D-F4AA-4272-A0B8-509065DDD08F}" type="presParOf" srcId="{CD66A923-231B-4E9D-B761-2123DCDD7400}" destId="{22910554-41BD-4F04-872B-BDC6D155153E}" srcOrd="0" destOrd="0" presId="urn:microsoft.com/office/officeart/2005/8/layout/process5"/>
    <dgm:cxn modelId="{A4947343-8B77-4B86-A9CB-B1D95EBE4C06}" type="presParOf" srcId="{CD66A923-231B-4E9D-B761-2123DCDD7400}" destId="{187A0FEF-91FC-4CE1-8A39-F25C5CC5B947}" srcOrd="1" destOrd="0" presId="urn:microsoft.com/office/officeart/2005/8/layout/process5"/>
    <dgm:cxn modelId="{B8590123-8622-46E0-9C63-46F3B1D282B7}" type="presParOf" srcId="{187A0FEF-91FC-4CE1-8A39-F25C5CC5B947}" destId="{D2444D09-46ED-4D26-B451-EA8B94B3FEE9}" srcOrd="0" destOrd="0" presId="urn:microsoft.com/office/officeart/2005/8/layout/process5"/>
    <dgm:cxn modelId="{74C3C2AB-8B25-438D-A1EB-73F04A458255}" type="presParOf" srcId="{CD66A923-231B-4E9D-B761-2123DCDD7400}" destId="{50A80827-5E4D-48D8-BA22-F6BA85C936B1}" srcOrd="2" destOrd="0" presId="urn:microsoft.com/office/officeart/2005/8/layout/process5"/>
    <dgm:cxn modelId="{71F5258A-C717-45ED-9E8E-64D9983C8F73}" type="presParOf" srcId="{CD66A923-231B-4E9D-B761-2123DCDD7400}" destId="{45598D1E-F052-46D2-A7F1-F59D0F6FCF3B}" srcOrd="3" destOrd="0" presId="urn:microsoft.com/office/officeart/2005/8/layout/process5"/>
    <dgm:cxn modelId="{573307D0-A703-43EB-AC62-36108F56E39C}" type="presParOf" srcId="{45598D1E-F052-46D2-A7F1-F59D0F6FCF3B}" destId="{221D463E-C3ED-40C1-BB9F-EE7A232B1EF8}" srcOrd="0" destOrd="0" presId="urn:microsoft.com/office/officeart/2005/8/layout/process5"/>
    <dgm:cxn modelId="{9B347360-F926-4621-A499-EEE7B336C0F8}" type="presParOf" srcId="{CD66A923-231B-4E9D-B761-2123DCDD7400}" destId="{A534FB1A-483D-45EA-A474-3693BD54F23A}" srcOrd="4" destOrd="0" presId="urn:microsoft.com/office/officeart/2005/8/layout/process5"/>
    <dgm:cxn modelId="{121DDFD2-C0D8-467D-903C-608FD3A6FAF8}" type="presParOf" srcId="{CD66A923-231B-4E9D-B761-2123DCDD7400}" destId="{5C486769-0A7C-4E68-A66F-3D6AF4C4C556}" srcOrd="5" destOrd="0" presId="urn:microsoft.com/office/officeart/2005/8/layout/process5"/>
    <dgm:cxn modelId="{7FCDCD49-F7E6-4DAD-8EA5-AD7CD785B968}" type="presParOf" srcId="{5C486769-0A7C-4E68-A66F-3D6AF4C4C556}" destId="{7534D950-3E42-487B-9DF8-3CA747CBA58F}" srcOrd="0" destOrd="0" presId="urn:microsoft.com/office/officeart/2005/8/layout/process5"/>
    <dgm:cxn modelId="{A2B7F617-3EA0-4C4A-A976-FF38CDB722B7}" type="presParOf" srcId="{CD66A923-231B-4E9D-B761-2123DCDD7400}" destId="{08CC0F90-FF88-4B24-99F8-9EC1E9ABA833}" srcOrd="6" destOrd="0" presId="urn:microsoft.com/office/officeart/2005/8/layout/process5"/>
    <dgm:cxn modelId="{9BC6B6EA-29D3-48CB-AC72-0D5DC76F4D58}" type="presParOf" srcId="{CD66A923-231B-4E9D-B761-2123DCDD7400}" destId="{EBBDF463-AABC-4ACD-A79F-0C31E4670A10}" srcOrd="7" destOrd="0" presId="urn:microsoft.com/office/officeart/2005/8/layout/process5"/>
    <dgm:cxn modelId="{56126415-3954-454F-A42D-9C2A87A1BB50}" type="presParOf" srcId="{EBBDF463-AABC-4ACD-A79F-0C31E4670A10}" destId="{159F0C08-3D1D-416B-9E62-91FFD3865837}" srcOrd="0" destOrd="0" presId="urn:microsoft.com/office/officeart/2005/8/layout/process5"/>
    <dgm:cxn modelId="{AD8B1666-098F-4963-9D19-F6626844774B}" type="presParOf" srcId="{CD66A923-231B-4E9D-B761-2123DCDD7400}" destId="{646C0576-1A46-482E-A9C2-CE153E04C7DF}" srcOrd="8" destOrd="0" presId="urn:microsoft.com/office/officeart/2005/8/layout/process5"/>
  </dgm:cxnLst>
  <dgm:bg>
    <a:noFill/>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7EEFA00-4FB8-4062-9894-BA478DA220E3}" type="doc">
      <dgm:prSet loTypeId="urn:microsoft.com/office/officeart/2018/2/layout/IconVerticalSolidList" loCatId="icon" qsTypeId="urn:microsoft.com/office/officeart/2005/8/quickstyle/simple1" qsCatId="simple" csTypeId="urn:microsoft.com/office/officeart/2018/5/colors/Iconchunking_neutralicontext_colorful5" csCatId="colorful" phldr="1"/>
      <dgm:spPr/>
      <dgm:t>
        <a:bodyPr/>
        <a:lstStyle/>
        <a:p>
          <a:endParaRPr lang="en-US"/>
        </a:p>
      </dgm:t>
    </dgm:pt>
    <dgm:pt modelId="{22DC7C24-B615-4F21-8111-8344FBF0BFBB}">
      <dgm:prSet custT="1"/>
      <dgm:spPr/>
      <dgm:t>
        <a:bodyPr/>
        <a:lstStyle/>
        <a:p>
          <a:pPr>
            <a:lnSpc>
              <a:spcPct val="100000"/>
            </a:lnSpc>
          </a:pPr>
          <a:r>
            <a:rPr lang="en-US" sz="1500" dirty="0">
              <a:latin typeface="Times New Roman" panose="02020603050405020304" pitchFamily="18" charset="0"/>
              <a:cs typeface="Times New Roman" panose="02020603050405020304" pitchFamily="18" charset="0"/>
            </a:rPr>
            <a:t>Fintech Innovation – Walmart is exploring to find financial technology solutions to offer more financial services, such as digital wallets, financial planning tools and enhanced payment options through partnership and internal development.</a:t>
          </a:r>
        </a:p>
      </dgm:t>
    </dgm:pt>
    <dgm:pt modelId="{537C9470-CA39-4121-AE11-4DAB0D849CCF}" type="parTrans" cxnId="{D3C41710-7695-4A39-951C-24C37321E109}">
      <dgm:prSet/>
      <dgm:spPr/>
      <dgm:t>
        <a:bodyPr/>
        <a:lstStyle/>
        <a:p>
          <a:endParaRPr lang="en-US"/>
        </a:p>
      </dgm:t>
    </dgm:pt>
    <dgm:pt modelId="{608FEF55-9822-4C3F-B7E2-5429101E3B45}" type="sibTrans" cxnId="{D3C41710-7695-4A39-951C-24C37321E109}">
      <dgm:prSet/>
      <dgm:spPr/>
      <dgm:t>
        <a:bodyPr/>
        <a:lstStyle/>
        <a:p>
          <a:endParaRPr lang="en-US"/>
        </a:p>
      </dgm:t>
    </dgm:pt>
    <dgm:pt modelId="{FA87C068-55E1-4CD1-AC84-61BAF559F948}">
      <dgm:prSet custT="1"/>
      <dgm:spPr/>
      <dgm:t>
        <a:bodyPr/>
        <a:lstStyle/>
        <a:p>
          <a:pPr>
            <a:lnSpc>
              <a:spcPct val="100000"/>
            </a:lnSpc>
          </a:pPr>
          <a:r>
            <a:rPr lang="en-US" sz="1500" dirty="0">
              <a:latin typeface="Times New Roman" panose="02020603050405020304" pitchFamily="18" charset="0"/>
              <a:cs typeface="Times New Roman" panose="02020603050405020304" pitchFamily="18" charset="0"/>
            </a:rPr>
            <a:t>Expansion of Walmart MoneyCard – Growth of the Walmart MoneyCard offering new features and benefits like checking a price of product by scanning the QR code of the product to attract more users. They also have patented their Walmart payment app through which users can pay directly from their wallet. </a:t>
          </a:r>
        </a:p>
      </dgm:t>
    </dgm:pt>
    <dgm:pt modelId="{62B1A7F7-810E-4B48-AF98-B3F934F189F2}" type="parTrans" cxnId="{54872F91-CDDE-4153-B515-9291020FE4B1}">
      <dgm:prSet/>
      <dgm:spPr/>
      <dgm:t>
        <a:bodyPr/>
        <a:lstStyle/>
        <a:p>
          <a:endParaRPr lang="en-US"/>
        </a:p>
      </dgm:t>
    </dgm:pt>
    <dgm:pt modelId="{082E10A9-F4C7-4202-AD23-94A88EC296BC}" type="sibTrans" cxnId="{54872F91-CDDE-4153-B515-9291020FE4B1}">
      <dgm:prSet/>
      <dgm:spPr/>
      <dgm:t>
        <a:bodyPr/>
        <a:lstStyle/>
        <a:p>
          <a:endParaRPr lang="en-US"/>
        </a:p>
      </dgm:t>
    </dgm:pt>
    <dgm:pt modelId="{2FC34928-E296-4C50-9FC1-FAACF68C59F3}">
      <dgm:prSet custT="1"/>
      <dgm:spPr/>
      <dgm:t>
        <a:bodyPr/>
        <a:lstStyle/>
        <a:p>
          <a:pPr>
            <a:lnSpc>
              <a:spcPct val="100000"/>
            </a:lnSpc>
          </a:pPr>
          <a:r>
            <a:rPr lang="en-US" sz="1500" dirty="0">
              <a:latin typeface="Times New Roman" panose="02020603050405020304" pitchFamily="18" charset="0"/>
              <a:cs typeface="Times New Roman" panose="02020603050405020304" pitchFamily="18" charset="0"/>
            </a:rPr>
            <a:t>Instore technology – Introduction of new technologies in stores, such as self-checkout stations, smart shelves and interactive digital display.</a:t>
          </a:r>
        </a:p>
      </dgm:t>
    </dgm:pt>
    <dgm:pt modelId="{694AF242-B9E9-432F-9516-4C17FDBC5B03}" type="parTrans" cxnId="{C50FB373-4B75-48B9-9DF3-4E0F5DAC919A}">
      <dgm:prSet/>
      <dgm:spPr/>
      <dgm:t>
        <a:bodyPr/>
        <a:lstStyle/>
        <a:p>
          <a:endParaRPr lang="en-US"/>
        </a:p>
      </dgm:t>
    </dgm:pt>
    <dgm:pt modelId="{8F29AA60-1FE7-40B8-ACC4-3C6A2582976F}" type="sibTrans" cxnId="{C50FB373-4B75-48B9-9DF3-4E0F5DAC919A}">
      <dgm:prSet/>
      <dgm:spPr/>
      <dgm:t>
        <a:bodyPr/>
        <a:lstStyle/>
        <a:p>
          <a:endParaRPr lang="en-US"/>
        </a:p>
      </dgm:t>
    </dgm:pt>
    <dgm:pt modelId="{78FB810D-29B5-4D2E-8DEC-8EECF21674BD}" type="pres">
      <dgm:prSet presAssocID="{87EEFA00-4FB8-4062-9894-BA478DA220E3}" presName="root" presStyleCnt="0">
        <dgm:presLayoutVars>
          <dgm:dir/>
          <dgm:resizeHandles val="exact"/>
        </dgm:presLayoutVars>
      </dgm:prSet>
      <dgm:spPr/>
    </dgm:pt>
    <dgm:pt modelId="{1A3FFF9F-C1B4-4ED9-8CF8-61512D4530C1}" type="pres">
      <dgm:prSet presAssocID="{22DC7C24-B615-4F21-8111-8344FBF0BFBB}" presName="compNode" presStyleCnt="0"/>
      <dgm:spPr/>
    </dgm:pt>
    <dgm:pt modelId="{43AAE3C3-CC5D-450D-A241-34F530569A30}" type="pres">
      <dgm:prSet presAssocID="{22DC7C24-B615-4F21-8111-8344FBF0BFBB}" presName="bgRect" presStyleLbl="bgShp" presStyleIdx="0" presStyleCnt="3"/>
      <dgm:spPr/>
    </dgm:pt>
    <dgm:pt modelId="{52806C50-22B4-4A9C-926D-EB15B1548BCC}" type="pres">
      <dgm:prSet presAssocID="{22DC7C24-B615-4F21-8111-8344FBF0BFB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llet"/>
        </a:ext>
      </dgm:extLst>
    </dgm:pt>
    <dgm:pt modelId="{BFC604DB-5013-4335-B376-B29060EA0EC9}" type="pres">
      <dgm:prSet presAssocID="{22DC7C24-B615-4F21-8111-8344FBF0BFBB}" presName="spaceRect" presStyleCnt="0"/>
      <dgm:spPr/>
    </dgm:pt>
    <dgm:pt modelId="{67A75755-BEA7-4D9E-8056-4ECFD15E3EA1}" type="pres">
      <dgm:prSet presAssocID="{22DC7C24-B615-4F21-8111-8344FBF0BFBB}" presName="parTx" presStyleLbl="revTx" presStyleIdx="0" presStyleCnt="3">
        <dgm:presLayoutVars>
          <dgm:chMax val="0"/>
          <dgm:chPref val="0"/>
        </dgm:presLayoutVars>
      </dgm:prSet>
      <dgm:spPr/>
    </dgm:pt>
    <dgm:pt modelId="{4AF2EB6D-82AA-49CC-B468-BBFA7F1CB47C}" type="pres">
      <dgm:prSet presAssocID="{608FEF55-9822-4C3F-B7E2-5429101E3B45}" presName="sibTrans" presStyleCnt="0"/>
      <dgm:spPr/>
    </dgm:pt>
    <dgm:pt modelId="{DCF67034-887E-4597-BEEE-3E48B4B31B65}" type="pres">
      <dgm:prSet presAssocID="{FA87C068-55E1-4CD1-AC84-61BAF559F948}" presName="compNode" presStyleCnt="0"/>
      <dgm:spPr/>
    </dgm:pt>
    <dgm:pt modelId="{B773A9A4-B1EB-4052-BD7C-F63A5C8C3535}" type="pres">
      <dgm:prSet presAssocID="{FA87C068-55E1-4CD1-AC84-61BAF559F948}" presName="bgRect" presStyleLbl="bgShp" presStyleIdx="1" presStyleCnt="3"/>
      <dgm:spPr/>
    </dgm:pt>
    <dgm:pt modelId="{87CFCC11-D3B2-4204-8695-1C744D62B429}" type="pres">
      <dgm:prSet presAssocID="{FA87C068-55E1-4CD1-AC84-61BAF559F94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iosk"/>
        </a:ext>
      </dgm:extLst>
    </dgm:pt>
    <dgm:pt modelId="{79AC3371-7BB4-46E9-9034-FAC0928F19BC}" type="pres">
      <dgm:prSet presAssocID="{FA87C068-55E1-4CD1-AC84-61BAF559F948}" presName="spaceRect" presStyleCnt="0"/>
      <dgm:spPr/>
    </dgm:pt>
    <dgm:pt modelId="{B4189BCA-DDC4-4BE5-8743-7E615E0B70F1}" type="pres">
      <dgm:prSet presAssocID="{FA87C068-55E1-4CD1-AC84-61BAF559F948}" presName="parTx" presStyleLbl="revTx" presStyleIdx="1" presStyleCnt="3">
        <dgm:presLayoutVars>
          <dgm:chMax val="0"/>
          <dgm:chPref val="0"/>
        </dgm:presLayoutVars>
      </dgm:prSet>
      <dgm:spPr/>
    </dgm:pt>
    <dgm:pt modelId="{103650F9-0524-402C-9FC7-C90A1E2A53A2}" type="pres">
      <dgm:prSet presAssocID="{082E10A9-F4C7-4202-AD23-94A88EC296BC}" presName="sibTrans" presStyleCnt="0"/>
      <dgm:spPr/>
    </dgm:pt>
    <dgm:pt modelId="{07ECAA4C-BBEB-4BB3-9F9E-8B2D6C58F79A}" type="pres">
      <dgm:prSet presAssocID="{2FC34928-E296-4C50-9FC1-FAACF68C59F3}" presName="compNode" presStyleCnt="0"/>
      <dgm:spPr/>
    </dgm:pt>
    <dgm:pt modelId="{983A6FA3-1BB7-4182-A01B-BDFE8A05705F}" type="pres">
      <dgm:prSet presAssocID="{2FC34928-E296-4C50-9FC1-FAACF68C59F3}" presName="bgRect" presStyleLbl="bgShp" presStyleIdx="2" presStyleCnt="3"/>
      <dgm:spPr/>
    </dgm:pt>
    <dgm:pt modelId="{48A08D81-05B7-4F31-A68E-07C8CDF83A28}" type="pres">
      <dgm:prSet presAssocID="{2FC34928-E296-4C50-9FC1-FAACF68C59F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opping cart"/>
        </a:ext>
      </dgm:extLst>
    </dgm:pt>
    <dgm:pt modelId="{1CC60FD6-0E0C-4D76-A4CA-F93B9B1094F5}" type="pres">
      <dgm:prSet presAssocID="{2FC34928-E296-4C50-9FC1-FAACF68C59F3}" presName="spaceRect" presStyleCnt="0"/>
      <dgm:spPr/>
    </dgm:pt>
    <dgm:pt modelId="{DA319E3F-D16F-4C25-B249-1021983D2A62}" type="pres">
      <dgm:prSet presAssocID="{2FC34928-E296-4C50-9FC1-FAACF68C59F3}" presName="parTx" presStyleLbl="revTx" presStyleIdx="2" presStyleCnt="3">
        <dgm:presLayoutVars>
          <dgm:chMax val="0"/>
          <dgm:chPref val="0"/>
        </dgm:presLayoutVars>
      </dgm:prSet>
      <dgm:spPr/>
    </dgm:pt>
  </dgm:ptLst>
  <dgm:cxnLst>
    <dgm:cxn modelId="{D3C41710-7695-4A39-951C-24C37321E109}" srcId="{87EEFA00-4FB8-4062-9894-BA478DA220E3}" destId="{22DC7C24-B615-4F21-8111-8344FBF0BFBB}" srcOrd="0" destOrd="0" parTransId="{537C9470-CA39-4121-AE11-4DAB0D849CCF}" sibTransId="{608FEF55-9822-4C3F-B7E2-5429101E3B45}"/>
    <dgm:cxn modelId="{A799A014-6D2D-4C3D-B19A-1A71C470EF87}" type="presOf" srcId="{2FC34928-E296-4C50-9FC1-FAACF68C59F3}" destId="{DA319E3F-D16F-4C25-B249-1021983D2A62}" srcOrd="0" destOrd="0" presId="urn:microsoft.com/office/officeart/2018/2/layout/IconVerticalSolidList"/>
    <dgm:cxn modelId="{9439D731-3EBD-4B67-BAC6-CB56A669BE00}" type="presOf" srcId="{87EEFA00-4FB8-4062-9894-BA478DA220E3}" destId="{78FB810D-29B5-4D2E-8DEC-8EECF21674BD}" srcOrd="0" destOrd="0" presId="urn:microsoft.com/office/officeart/2018/2/layout/IconVerticalSolidList"/>
    <dgm:cxn modelId="{8224E264-C441-4F34-B755-E275EC86C69D}" type="presOf" srcId="{FA87C068-55E1-4CD1-AC84-61BAF559F948}" destId="{B4189BCA-DDC4-4BE5-8743-7E615E0B70F1}" srcOrd="0" destOrd="0" presId="urn:microsoft.com/office/officeart/2018/2/layout/IconVerticalSolidList"/>
    <dgm:cxn modelId="{C50FB373-4B75-48B9-9DF3-4E0F5DAC919A}" srcId="{87EEFA00-4FB8-4062-9894-BA478DA220E3}" destId="{2FC34928-E296-4C50-9FC1-FAACF68C59F3}" srcOrd="2" destOrd="0" parTransId="{694AF242-B9E9-432F-9516-4C17FDBC5B03}" sibTransId="{8F29AA60-1FE7-40B8-ACC4-3C6A2582976F}"/>
    <dgm:cxn modelId="{54872F91-CDDE-4153-B515-9291020FE4B1}" srcId="{87EEFA00-4FB8-4062-9894-BA478DA220E3}" destId="{FA87C068-55E1-4CD1-AC84-61BAF559F948}" srcOrd="1" destOrd="0" parTransId="{62B1A7F7-810E-4B48-AF98-B3F934F189F2}" sibTransId="{082E10A9-F4C7-4202-AD23-94A88EC296BC}"/>
    <dgm:cxn modelId="{AB0B9DDD-3A99-436E-9325-5F6E1134E358}" type="presOf" srcId="{22DC7C24-B615-4F21-8111-8344FBF0BFBB}" destId="{67A75755-BEA7-4D9E-8056-4ECFD15E3EA1}" srcOrd="0" destOrd="0" presId="urn:microsoft.com/office/officeart/2018/2/layout/IconVerticalSolidList"/>
    <dgm:cxn modelId="{B947C309-7F6A-4137-A3E2-4BB75496FAE6}" type="presParOf" srcId="{78FB810D-29B5-4D2E-8DEC-8EECF21674BD}" destId="{1A3FFF9F-C1B4-4ED9-8CF8-61512D4530C1}" srcOrd="0" destOrd="0" presId="urn:microsoft.com/office/officeart/2018/2/layout/IconVerticalSolidList"/>
    <dgm:cxn modelId="{B6BA6A1F-0764-4083-877B-4AEE8E2EE15E}" type="presParOf" srcId="{1A3FFF9F-C1B4-4ED9-8CF8-61512D4530C1}" destId="{43AAE3C3-CC5D-450D-A241-34F530569A30}" srcOrd="0" destOrd="0" presId="urn:microsoft.com/office/officeart/2018/2/layout/IconVerticalSolidList"/>
    <dgm:cxn modelId="{FD6BDF7A-B09A-4919-B91C-A11241F2355A}" type="presParOf" srcId="{1A3FFF9F-C1B4-4ED9-8CF8-61512D4530C1}" destId="{52806C50-22B4-4A9C-926D-EB15B1548BCC}" srcOrd="1" destOrd="0" presId="urn:microsoft.com/office/officeart/2018/2/layout/IconVerticalSolidList"/>
    <dgm:cxn modelId="{DFD910D5-4579-4C07-9591-B45D8E746739}" type="presParOf" srcId="{1A3FFF9F-C1B4-4ED9-8CF8-61512D4530C1}" destId="{BFC604DB-5013-4335-B376-B29060EA0EC9}" srcOrd="2" destOrd="0" presId="urn:microsoft.com/office/officeart/2018/2/layout/IconVerticalSolidList"/>
    <dgm:cxn modelId="{01621A5B-1A41-4F75-8B6A-6ED5AA56C7A7}" type="presParOf" srcId="{1A3FFF9F-C1B4-4ED9-8CF8-61512D4530C1}" destId="{67A75755-BEA7-4D9E-8056-4ECFD15E3EA1}" srcOrd="3" destOrd="0" presId="urn:microsoft.com/office/officeart/2018/2/layout/IconVerticalSolidList"/>
    <dgm:cxn modelId="{0806F14E-6CF7-4160-81DA-2F4301C12A4B}" type="presParOf" srcId="{78FB810D-29B5-4D2E-8DEC-8EECF21674BD}" destId="{4AF2EB6D-82AA-49CC-B468-BBFA7F1CB47C}" srcOrd="1" destOrd="0" presId="urn:microsoft.com/office/officeart/2018/2/layout/IconVerticalSolidList"/>
    <dgm:cxn modelId="{50950FA3-6E7A-49D2-9524-E9984FABCD50}" type="presParOf" srcId="{78FB810D-29B5-4D2E-8DEC-8EECF21674BD}" destId="{DCF67034-887E-4597-BEEE-3E48B4B31B65}" srcOrd="2" destOrd="0" presId="urn:microsoft.com/office/officeart/2018/2/layout/IconVerticalSolidList"/>
    <dgm:cxn modelId="{AA79BF06-EDB2-4416-BEC3-1026FA582E64}" type="presParOf" srcId="{DCF67034-887E-4597-BEEE-3E48B4B31B65}" destId="{B773A9A4-B1EB-4052-BD7C-F63A5C8C3535}" srcOrd="0" destOrd="0" presId="urn:microsoft.com/office/officeart/2018/2/layout/IconVerticalSolidList"/>
    <dgm:cxn modelId="{424D2D81-70DA-4E05-9B6B-ED5A2C509722}" type="presParOf" srcId="{DCF67034-887E-4597-BEEE-3E48B4B31B65}" destId="{87CFCC11-D3B2-4204-8695-1C744D62B429}" srcOrd="1" destOrd="0" presId="urn:microsoft.com/office/officeart/2018/2/layout/IconVerticalSolidList"/>
    <dgm:cxn modelId="{323A0237-AC61-49AD-A12E-5F623CD7C1E6}" type="presParOf" srcId="{DCF67034-887E-4597-BEEE-3E48B4B31B65}" destId="{79AC3371-7BB4-46E9-9034-FAC0928F19BC}" srcOrd="2" destOrd="0" presId="urn:microsoft.com/office/officeart/2018/2/layout/IconVerticalSolidList"/>
    <dgm:cxn modelId="{2FCC5980-2669-4588-9125-D4E3B45A5F50}" type="presParOf" srcId="{DCF67034-887E-4597-BEEE-3E48B4B31B65}" destId="{B4189BCA-DDC4-4BE5-8743-7E615E0B70F1}" srcOrd="3" destOrd="0" presId="urn:microsoft.com/office/officeart/2018/2/layout/IconVerticalSolidList"/>
    <dgm:cxn modelId="{9B7F476C-3E3A-444A-A3DF-9414BF022149}" type="presParOf" srcId="{78FB810D-29B5-4D2E-8DEC-8EECF21674BD}" destId="{103650F9-0524-402C-9FC7-C90A1E2A53A2}" srcOrd="3" destOrd="0" presId="urn:microsoft.com/office/officeart/2018/2/layout/IconVerticalSolidList"/>
    <dgm:cxn modelId="{B00B9F9C-4B77-40C0-845B-7BD6E0D7FEC2}" type="presParOf" srcId="{78FB810D-29B5-4D2E-8DEC-8EECF21674BD}" destId="{07ECAA4C-BBEB-4BB3-9F9E-8B2D6C58F79A}" srcOrd="4" destOrd="0" presId="urn:microsoft.com/office/officeart/2018/2/layout/IconVerticalSolidList"/>
    <dgm:cxn modelId="{7DC84179-9B22-42E2-8B18-02DD3436311E}" type="presParOf" srcId="{07ECAA4C-BBEB-4BB3-9F9E-8B2D6C58F79A}" destId="{983A6FA3-1BB7-4182-A01B-BDFE8A05705F}" srcOrd="0" destOrd="0" presId="urn:microsoft.com/office/officeart/2018/2/layout/IconVerticalSolidList"/>
    <dgm:cxn modelId="{018D2B4F-0105-4723-8E26-25309CB5FBC2}" type="presParOf" srcId="{07ECAA4C-BBEB-4BB3-9F9E-8B2D6C58F79A}" destId="{48A08D81-05B7-4F31-A68E-07C8CDF83A28}" srcOrd="1" destOrd="0" presId="urn:microsoft.com/office/officeart/2018/2/layout/IconVerticalSolidList"/>
    <dgm:cxn modelId="{20EF6619-37CA-47BF-B7DC-29BB7ECC6202}" type="presParOf" srcId="{07ECAA4C-BBEB-4BB3-9F9E-8B2D6C58F79A}" destId="{1CC60FD6-0E0C-4D76-A4CA-F93B9B1094F5}" srcOrd="2" destOrd="0" presId="urn:microsoft.com/office/officeart/2018/2/layout/IconVerticalSolidList"/>
    <dgm:cxn modelId="{3A88B2DE-EA14-4C8B-9DD4-7A06DA231663}" type="presParOf" srcId="{07ECAA4C-BBEB-4BB3-9F9E-8B2D6C58F79A}" destId="{DA319E3F-D16F-4C25-B249-1021983D2A6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4EB1A69-0FFC-4BF6-8035-5E5110115C5C}"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92B9AB79-1EB4-4B42-8BC3-9E01A48D4B24}">
      <dgm:prSet custT="1"/>
      <dgm:spPr/>
      <dgm:t>
        <a:bodyPr/>
        <a:lstStyle/>
        <a:p>
          <a:r>
            <a:rPr lang="en-US" sz="1000" dirty="0">
              <a:latin typeface="Times New Roman" panose="02020603050405020304" pitchFamily="18" charset="0"/>
              <a:cs typeface="Times New Roman" panose="02020603050405020304" pitchFamily="18" charset="0"/>
            </a:rPr>
            <a:t>Walmart annual revenue for 2024 was $648,125 billion, a 6.00% increase from 2023. Walmart annual revenue for 2023 was $611,289 billion, a 6.7% increase from 2022. Growth is driven by increased net sales and membership income.</a:t>
          </a:r>
        </a:p>
      </dgm:t>
    </dgm:pt>
    <dgm:pt modelId="{2C6184C2-72BB-46BB-A00E-62CDE1DF0E6F}" type="parTrans" cxnId="{B512F81E-0724-4BD1-A925-887B2C32FC5F}">
      <dgm:prSet/>
      <dgm:spPr/>
      <dgm:t>
        <a:bodyPr/>
        <a:lstStyle/>
        <a:p>
          <a:endParaRPr lang="en-US"/>
        </a:p>
      </dgm:t>
    </dgm:pt>
    <dgm:pt modelId="{246CF601-4F27-419D-80AE-F2CE3E4DB4D8}" type="sibTrans" cxnId="{B512F81E-0724-4BD1-A925-887B2C32FC5F}">
      <dgm:prSet phldrT="1" phldr="0"/>
      <dgm:spPr/>
      <dgm:t>
        <a:bodyPr/>
        <a:lstStyle/>
        <a:p>
          <a:endParaRPr lang="en-US"/>
        </a:p>
      </dgm:t>
    </dgm:pt>
    <dgm:pt modelId="{25D74DE6-F5CA-4DC2-97FC-9CCFC798D80C}">
      <dgm:prSet custT="1"/>
      <dgm:spPr/>
      <dgm:t>
        <a:bodyPr/>
        <a:lstStyle/>
        <a:p>
          <a:r>
            <a:rPr lang="en-US" sz="1000">
              <a:latin typeface="Times New Roman" panose="02020603050405020304" pitchFamily="18" charset="0"/>
              <a:cs typeface="Times New Roman" panose="02020603050405020304" pitchFamily="18" charset="0"/>
            </a:rPr>
            <a:t>The company observed an increase in net income by 32.8% in the year 2024 as compared to 2023. However, the company’s profits fell by 14.58% in the year 2023 as compared to 2022. This reflects higher revenues, improved operations, and gains despite rising costs.</a:t>
          </a:r>
          <a:endParaRPr lang="en-US" sz="1000" dirty="0">
            <a:latin typeface="Times New Roman" panose="02020603050405020304" pitchFamily="18" charset="0"/>
            <a:cs typeface="Times New Roman" panose="02020603050405020304" pitchFamily="18" charset="0"/>
          </a:endParaRPr>
        </a:p>
      </dgm:t>
    </dgm:pt>
    <dgm:pt modelId="{2421AE84-11F9-4C94-9B19-62793B16E918}" type="parTrans" cxnId="{7B398B73-207C-40C1-B721-C44386E344F0}">
      <dgm:prSet/>
      <dgm:spPr/>
      <dgm:t>
        <a:bodyPr/>
        <a:lstStyle/>
        <a:p>
          <a:endParaRPr lang="en-US"/>
        </a:p>
      </dgm:t>
    </dgm:pt>
    <dgm:pt modelId="{FA8B18AC-4446-4B79-8348-E1C8759D3E77}" type="sibTrans" cxnId="{7B398B73-207C-40C1-B721-C44386E344F0}">
      <dgm:prSet phldrT="2" phldr="0"/>
      <dgm:spPr/>
      <dgm:t>
        <a:bodyPr/>
        <a:lstStyle/>
        <a:p>
          <a:endParaRPr lang="en-US"/>
        </a:p>
      </dgm:t>
    </dgm:pt>
    <dgm:pt modelId="{93620988-42C8-4F75-8A81-02A0ABC7798F}">
      <dgm:prSet custT="1"/>
      <dgm:spPr/>
      <dgm:t>
        <a:bodyPr/>
        <a:lstStyle/>
        <a:p>
          <a:r>
            <a:rPr lang="en-US" sz="1000">
              <a:latin typeface="Times New Roman" panose="02020603050405020304" pitchFamily="18" charset="0"/>
              <a:cs typeface="Times New Roman" panose="02020603050405020304" pitchFamily="18" charset="0"/>
            </a:rPr>
            <a:t>The operating income grew by approximately 32.23% from 2023 to 2024. Although, it decreased by 21.26% from 2022 to 2023.</a:t>
          </a:r>
          <a:endParaRPr lang="en-US" sz="1000" dirty="0">
            <a:latin typeface="Times New Roman" panose="02020603050405020304" pitchFamily="18" charset="0"/>
            <a:cs typeface="Times New Roman" panose="02020603050405020304" pitchFamily="18" charset="0"/>
          </a:endParaRPr>
        </a:p>
      </dgm:t>
    </dgm:pt>
    <dgm:pt modelId="{08D27AC0-4ABC-4B66-A2E7-9D4CA93DBD4F}" type="parTrans" cxnId="{A526577E-E271-4186-B88B-CB78B00A14CA}">
      <dgm:prSet/>
      <dgm:spPr/>
      <dgm:t>
        <a:bodyPr/>
        <a:lstStyle/>
        <a:p>
          <a:endParaRPr lang="en-US"/>
        </a:p>
      </dgm:t>
    </dgm:pt>
    <dgm:pt modelId="{FC9DB291-012B-4962-85DA-5B3280CAFE08}" type="sibTrans" cxnId="{A526577E-E271-4186-B88B-CB78B00A14CA}">
      <dgm:prSet phldrT="3" phldr="0"/>
      <dgm:spPr/>
      <dgm:t>
        <a:bodyPr/>
        <a:lstStyle/>
        <a:p>
          <a:endParaRPr lang="en-US"/>
        </a:p>
      </dgm:t>
    </dgm:pt>
    <dgm:pt modelId="{3C5588D1-D8AB-4F5C-BB54-670DEE4842B3}">
      <dgm:prSet custT="1"/>
      <dgm:spPr/>
      <dgm:t>
        <a:bodyPr/>
        <a:lstStyle/>
        <a:p>
          <a:r>
            <a:rPr lang="en-US" sz="1000">
              <a:latin typeface="Times New Roman" panose="02020603050405020304" pitchFamily="18" charset="0"/>
              <a:cs typeface="Times New Roman" panose="02020603050405020304" pitchFamily="18" charset="0"/>
            </a:rPr>
            <a:t>Rising costs, particularly in Cost of Sales and SG&amp;A, highlight investments and inflationary pressures. Walmart is continuing to invest in development and digital transformation as evidenced by the $3.8 billion increase in 2024.</a:t>
          </a:r>
          <a:endParaRPr lang="en-US" sz="1000" dirty="0">
            <a:latin typeface="Times New Roman" panose="02020603050405020304" pitchFamily="18" charset="0"/>
            <a:cs typeface="Times New Roman" panose="02020603050405020304" pitchFamily="18" charset="0"/>
          </a:endParaRPr>
        </a:p>
      </dgm:t>
    </dgm:pt>
    <dgm:pt modelId="{8D7016D1-76A7-4D13-82AF-9B022204D691}" type="parTrans" cxnId="{4EBAE252-A561-458E-90CA-8A34569C7839}">
      <dgm:prSet/>
      <dgm:spPr/>
      <dgm:t>
        <a:bodyPr/>
        <a:lstStyle/>
        <a:p>
          <a:endParaRPr lang="en-US"/>
        </a:p>
      </dgm:t>
    </dgm:pt>
    <dgm:pt modelId="{A8139C52-EEF8-4349-AA8B-FEC494C09E52}" type="sibTrans" cxnId="{4EBAE252-A561-458E-90CA-8A34569C7839}">
      <dgm:prSet phldrT="4" phldr="0"/>
      <dgm:spPr/>
      <dgm:t>
        <a:bodyPr/>
        <a:lstStyle/>
        <a:p>
          <a:endParaRPr lang="en-US"/>
        </a:p>
      </dgm:t>
    </dgm:pt>
    <dgm:pt modelId="{6FC7B4DF-D386-40A8-B0D9-D4B86887E7E8}">
      <dgm:prSet custT="1"/>
      <dgm:spPr/>
      <dgm:t>
        <a:bodyPr/>
        <a:lstStyle/>
        <a:p>
          <a:r>
            <a:rPr lang="en-US" sz="1000">
              <a:latin typeface="Times New Roman" panose="02020603050405020304" pitchFamily="18" charset="0"/>
              <a:cs typeface="Times New Roman" panose="02020603050405020304" pitchFamily="18" charset="0"/>
            </a:rPr>
            <a:t>Walmart's EPS and dividends growth make it an attractive option for investors.</a:t>
          </a:r>
          <a:endParaRPr lang="en-US" sz="1000" dirty="0">
            <a:latin typeface="Times New Roman" panose="02020603050405020304" pitchFamily="18" charset="0"/>
            <a:cs typeface="Times New Roman" panose="02020603050405020304" pitchFamily="18" charset="0"/>
          </a:endParaRPr>
        </a:p>
      </dgm:t>
    </dgm:pt>
    <dgm:pt modelId="{BA14C5EE-3D09-41E4-916F-C8088509BE20}" type="parTrans" cxnId="{F01591C7-5E97-4084-AC72-2AF571887C6A}">
      <dgm:prSet/>
      <dgm:spPr/>
      <dgm:t>
        <a:bodyPr/>
        <a:lstStyle/>
        <a:p>
          <a:endParaRPr lang="en-US"/>
        </a:p>
      </dgm:t>
    </dgm:pt>
    <dgm:pt modelId="{D20BD92E-19B4-4FC1-A120-BFC7CFDEB116}" type="sibTrans" cxnId="{F01591C7-5E97-4084-AC72-2AF571887C6A}">
      <dgm:prSet phldrT="5" phldr="0"/>
      <dgm:spPr/>
      <dgm:t>
        <a:bodyPr/>
        <a:lstStyle/>
        <a:p>
          <a:endParaRPr lang="en-US"/>
        </a:p>
      </dgm:t>
    </dgm:pt>
    <dgm:pt modelId="{A729DF48-38BD-4EA8-A5D1-9CAA103DEC91}" type="pres">
      <dgm:prSet presAssocID="{54EB1A69-0FFC-4BF6-8035-5E5110115C5C}" presName="linear" presStyleCnt="0">
        <dgm:presLayoutVars>
          <dgm:animLvl val="lvl"/>
          <dgm:resizeHandles val="exact"/>
        </dgm:presLayoutVars>
      </dgm:prSet>
      <dgm:spPr/>
    </dgm:pt>
    <dgm:pt modelId="{DF7FE081-7437-4246-AB25-A9EBC5AEF2B3}" type="pres">
      <dgm:prSet presAssocID="{92B9AB79-1EB4-4B42-8BC3-9E01A48D4B24}" presName="parentText" presStyleLbl="node1" presStyleIdx="0" presStyleCnt="5">
        <dgm:presLayoutVars>
          <dgm:chMax val="0"/>
          <dgm:bulletEnabled val="1"/>
        </dgm:presLayoutVars>
      </dgm:prSet>
      <dgm:spPr/>
    </dgm:pt>
    <dgm:pt modelId="{B889F52B-FE08-47FF-957F-83727DF5C698}" type="pres">
      <dgm:prSet presAssocID="{246CF601-4F27-419D-80AE-F2CE3E4DB4D8}" presName="spacer" presStyleCnt="0"/>
      <dgm:spPr/>
    </dgm:pt>
    <dgm:pt modelId="{F8B8C24E-6B76-4C39-964F-DDBA1FEFF5C4}" type="pres">
      <dgm:prSet presAssocID="{25D74DE6-F5CA-4DC2-97FC-9CCFC798D80C}" presName="parentText" presStyleLbl="node1" presStyleIdx="1" presStyleCnt="5">
        <dgm:presLayoutVars>
          <dgm:chMax val="0"/>
          <dgm:bulletEnabled val="1"/>
        </dgm:presLayoutVars>
      </dgm:prSet>
      <dgm:spPr/>
    </dgm:pt>
    <dgm:pt modelId="{6517C61F-24F3-4B0D-9B0F-3E06BFC4C70F}" type="pres">
      <dgm:prSet presAssocID="{FA8B18AC-4446-4B79-8348-E1C8759D3E77}" presName="spacer" presStyleCnt="0"/>
      <dgm:spPr/>
    </dgm:pt>
    <dgm:pt modelId="{D66B3B05-FBBC-4C43-9B64-8F52F70D4C0D}" type="pres">
      <dgm:prSet presAssocID="{93620988-42C8-4F75-8A81-02A0ABC7798F}" presName="parentText" presStyleLbl="node1" presStyleIdx="2" presStyleCnt="5">
        <dgm:presLayoutVars>
          <dgm:chMax val="0"/>
          <dgm:bulletEnabled val="1"/>
        </dgm:presLayoutVars>
      </dgm:prSet>
      <dgm:spPr/>
    </dgm:pt>
    <dgm:pt modelId="{A107E29D-E186-4809-A2C9-0F27C3BCDEF0}" type="pres">
      <dgm:prSet presAssocID="{FC9DB291-012B-4962-85DA-5B3280CAFE08}" presName="spacer" presStyleCnt="0"/>
      <dgm:spPr/>
    </dgm:pt>
    <dgm:pt modelId="{B053D7F5-B219-42EB-A3EB-70B95688FC09}" type="pres">
      <dgm:prSet presAssocID="{3C5588D1-D8AB-4F5C-BB54-670DEE4842B3}" presName="parentText" presStyleLbl="node1" presStyleIdx="3" presStyleCnt="5">
        <dgm:presLayoutVars>
          <dgm:chMax val="0"/>
          <dgm:bulletEnabled val="1"/>
        </dgm:presLayoutVars>
      </dgm:prSet>
      <dgm:spPr/>
    </dgm:pt>
    <dgm:pt modelId="{55445014-9168-499D-BD91-0330C4631B4B}" type="pres">
      <dgm:prSet presAssocID="{A8139C52-EEF8-4349-AA8B-FEC494C09E52}" presName="spacer" presStyleCnt="0"/>
      <dgm:spPr/>
    </dgm:pt>
    <dgm:pt modelId="{5204A13A-9528-496B-AA1A-3F570C135474}" type="pres">
      <dgm:prSet presAssocID="{6FC7B4DF-D386-40A8-B0D9-D4B86887E7E8}" presName="parentText" presStyleLbl="node1" presStyleIdx="4" presStyleCnt="5">
        <dgm:presLayoutVars>
          <dgm:chMax val="0"/>
          <dgm:bulletEnabled val="1"/>
        </dgm:presLayoutVars>
      </dgm:prSet>
      <dgm:spPr/>
    </dgm:pt>
  </dgm:ptLst>
  <dgm:cxnLst>
    <dgm:cxn modelId="{599F600E-AD45-40C0-B05A-93F3FBE32092}" type="presOf" srcId="{92B9AB79-1EB4-4B42-8BC3-9E01A48D4B24}" destId="{DF7FE081-7437-4246-AB25-A9EBC5AEF2B3}" srcOrd="0" destOrd="0" presId="urn:microsoft.com/office/officeart/2005/8/layout/vList2"/>
    <dgm:cxn modelId="{B512F81E-0724-4BD1-A925-887B2C32FC5F}" srcId="{54EB1A69-0FFC-4BF6-8035-5E5110115C5C}" destId="{92B9AB79-1EB4-4B42-8BC3-9E01A48D4B24}" srcOrd="0" destOrd="0" parTransId="{2C6184C2-72BB-46BB-A00E-62CDE1DF0E6F}" sibTransId="{246CF601-4F27-419D-80AE-F2CE3E4DB4D8}"/>
    <dgm:cxn modelId="{687EDE34-C620-43B4-8395-4B6BD444AEBD}" type="presOf" srcId="{25D74DE6-F5CA-4DC2-97FC-9CCFC798D80C}" destId="{F8B8C24E-6B76-4C39-964F-DDBA1FEFF5C4}" srcOrd="0" destOrd="0" presId="urn:microsoft.com/office/officeart/2005/8/layout/vList2"/>
    <dgm:cxn modelId="{F2ABD06D-4C84-443A-89E5-0E4701793EE6}" type="presOf" srcId="{6FC7B4DF-D386-40A8-B0D9-D4B86887E7E8}" destId="{5204A13A-9528-496B-AA1A-3F570C135474}" srcOrd="0" destOrd="0" presId="urn:microsoft.com/office/officeart/2005/8/layout/vList2"/>
    <dgm:cxn modelId="{FB82856E-BF40-4FEA-A419-BD281AEF6245}" type="presOf" srcId="{54EB1A69-0FFC-4BF6-8035-5E5110115C5C}" destId="{A729DF48-38BD-4EA8-A5D1-9CAA103DEC91}" srcOrd="0" destOrd="0" presId="urn:microsoft.com/office/officeart/2005/8/layout/vList2"/>
    <dgm:cxn modelId="{4EBAE252-A561-458E-90CA-8A34569C7839}" srcId="{54EB1A69-0FFC-4BF6-8035-5E5110115C5C}" destId="{3C5588D1-D8AB-4F5C-BB54-670DEE4842B3}" srcOrd="3" destOrd="0" parTransId="{8D7016D1-76A7-4D13-82AF-9B022204D691}" sibTransId="{A8139C52-EEF8-4349-AA8B-FEC494C09E52}"/>
    <dgm:cxn modelId="{7B398B73-207C-40C1-B721-C44386E344F0}" srcId="{54EB1A69-0FFC-4BF6-8035-5E5110115C5C}" destId="{25D74DE6-F5CA-4DC2-97FC-9CCFC798D80C}" srcOrd="1" destOrd="0" parTransId="{2421AE84-11F9-4C94-9B19-62793B16E918}" sibTransId="{FA8B18AC-4446-4B79-8348-E1C8759D3E77}"/>
    <dgm:cxn modelId="{A526577E-E271-4186-B88B-CB78B00A14CA}" srcId="{54EB1A69-0FFC-4BF6-8035-5E5110115C5C}" destId="{93620988-42C8-4F75-8A81-02A0ABC7798F}" srcOrd="2" destOrd="0" parTransId="{08D27AC0-4ABC-4B66-A2E7-9D4CA93DBD4F}" sibTransId="{FC9DB291-012B-4962-85DA-5B3280CAFE08}"/>
    <dgm:cxn modelId="{4C8D2C9F-7ECA-425A-A592-BE2937DDA2BF}" type="presOf" srcId="{93620988-42C8-4F75-8A81-02A0ABC7798F}" destId="{D66B3B05-FBBC-4C43-9B64-8F52F70D4C0D}" srcOrd="0" destOrd="0" presId="urn:microsoft.com/office/officeart/2005/8/layout/vList2"/>
    <dgm:cxn modelId="{4A4224A4-06A6-4012-A1C7-5ED5FB394CA9}" type="presOf" srcId="{3C5588D1-D8AB-4F5C-BB54-670DEE4842B3}" destId="{B053D7F5-B219-42EB-A3EB-70B95688FC09}" srcOrd="0" destOrd="0" presId="urn:microsoft.com/office/officeart/2005/8/layout/vList2"/>
    <dgm:cxn modelId="{F01591C7-5E97-4084-AC72-2AF571887C6A}" srcId="{54EB1A69-0FFC-4BF6-8035-5E5110115C5C}" destId="{6FC7B4DF-D386-40A8-B0D9-D4B86887E7E8}" srcOrd="4" destOrd="0" parTransId="{BA14C5EE-3D09-41E4-916F-C8088509BE20}" sibTransId="{D20BD92E-19B4-4FC1-A120-BFC7CFDEB116}"/>
    <dgm:cxn modelId="{DC80788F-71C7-4ED6-8286-4D1B8DFD810A}" type="presParOf" srcId="{A729DF48-38BD-4EA8-A5D1-9CAA103DEC91}" destId="{DF7FE081-7437-4246-AB25-A9EBC5AEF2B3}" srcOrd="0" destOrd="0" presId="urn:microsoft.com/office/officeart/2005/8/layout/vList2"/>
    <dgm:cxn modelId="{13F928CF-B93D-4F5A-B3F9-B5DCA2C101DD}" type="presParOf" srcId="{A729DF48-38BD-4EA8-A5D1-9CAA103DEC91}" destId="{B889F52B-FE08-47FF-957F-83727DF5C698}" srcOrd="1" destOrd="0" presId="urn:microsoft.com/office/officeart/2005/8/layout/vList2"/>
    <dgm:cxn modelId="{155EF239-2CED-4F89-9C6A-06AFCB1A6BB8}" type="presParOf" srcId="{A729DF48-38BD-4EA8-A5D1-9CAA103DEC91}" destId="{F8B8C24E-6B76-4C39-964F-DDBA1FEFF5C4}" srcOrd="2" destOrd="0" presId="urn:microsoft.com/office/officeart/2005/8/layout/vList2"/>
    <dgm:cxn modelId="{2B8AC784-A524-4649-9E33-B89EE57D0B7A}" type="presParOf" srcId="{A729DF48-38BD-4EA8-A5D1-9CAA103DEC91}" destId="{6517C61F-24F3-4B0D-9B0F-3E06BFC4C70F}" srcOrd="3" destOrd="0" presId="urn:microsoft.com/office/officeart/2005/8/layout/vList2"/>
    <dgm:cxn modelId="{868D67FA-3CE2-4AF4-AE07-ACB86FAF83D0}" type="presParOf" srcId="{A729DF48-38BD-4EA8-A5D1-9CAA103DEC91}" destId="{D66B3B05-FBBC-4C43-9B64-8F52F70D4C0D}" srcOrd="4" destOrd="0" presId="urn:microsoft.com/office/officeart/2005/8/layout/vList2"/>
    <dgm:cxn modelId="{B155E06D-77B8-44DB-99AA-165209DDD749}" type="presParOf" srcId="{A729DF48-38BD-4EA8-A5D1-9CAA103DEC91}" destId="{A107E29D-E186-4809-A2C9-0F27C3BCDEF0}" srcOrd="5" destOrd="0" presId="urn:microsoft.com/office/officeart/2005/8/layout/vList2"/>
    <dgm:cxn modelId="{FAA55758-8654-446F-BD35-F19062C1F79E}" type="presParOf" srcId="{A729DF48-38BD-4EA8-A5D1-9CAA103DEC91}" destId="{B053D7F5-B219-42EB-A3EB-70B95688FC09}" srcOrd="6" destOrd="0" presId="urn:microsoft.com/office/officeart/2005/8/layout/vList2"/>
    <dgm:cxn modelId="{5EFE316A-B44E-4A34-BC3F-682156D3957A}" type="presParOf" srcId="{A729DF48-38BD-4EA8-A5D1-9CAA103DEC91}" destId="{55445014-9168-499D-BD91-0330C4631B4B}" srcOrd="7" destOrd="0" presId="urn:microsoft.com/office/officeart/2005/8/layout/vList2"/>
    <dgm:cxn modelId="{8C289E38-0FED-4A02-85ED-B87155DA8C2D}" type="presParOf" srcId="{A729DF48-38BD-4EA8-A5D1-9CAA103DEC91}" destId="{5204A13A-9528-496B-AA1A-3F570C135474}"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3627A2-350A-4C8D-A84F-6F5120C213D0}">
      <dsp:nvSpPr>
        <dsp:cNvPr id="0" name=""/>
        <dsp:cNvSpPr/>
      </dsp:nvSpPr>
      <dsp:spPr>
        <a:xfrm>
          <a:off x="0" y="34344"/>
          <a:ext cx="6086852" cy="76752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kern="1200" dirty="0">
              <a:latin typeface="Times New Roman" panose="02020603050405020304" pitchFamily="18" charset="0"/>
              <a:cs typeface="Times New Roman" panose="02020603050405020304" pitchFamily="18" charset="0"/>
            </a:rPr>
            <a:t>Net sales for the Walmart U.S. segment totalled $441.817 billion in FY2024, equivalent to 68.2% of total revenue</a:t>
          </a:r>
          <a:r>
            <a:rPr lang="en-IN" sz="1800" kern="1200" dirty="0"/>
            <a:t>.</a:t>
          </a:r>
          <a:endParaRPr lang="en-US" sz="1800" kern="1200" dirty="0"/>
        </a:p>
      </dsp:txBody>
      <dsp:txXfrm>
        <a:off x="37467" y="71811"/>
        <a:ext cx="6011918" cy="692586"/>
      </dsp:txXfrm>
    </dsp:sp>
    <dsp:sp modelId="{6455F251-EC29-4B8B-824D-5F976E1CF5D8}">
      <dsp:nvSpPr>
        <dsp:cNvPr id="0" name=""/>
        <dsp:cNvSpPr/>
      </dsp:nvSpPr>
      <dsp:spPr>
        <a:xfrm>
          <a:off x="0" y="919944"/>
          <a:ext cx="6086852" cy="767520"/>
        </a:xfrm>
        <a:prstGeom prst="roundRect">
          <a:avLst/>
        </a:prstGeom>
        <a:gradFill rotWithShape="0">
          <a:gsLst>
            <a:gs pos="0">
              <a:schemeClr val="accent2">
                <a:hueOff val="-816517"/>
                <a:satOff val="-3771"/>
                <a:lumOff val="-785"/>
                <a:alphaOff val="0"/>
                <a:satMod val="103000"/>
                <a:lumMod val="102000"/>
                <a:tint val="94000"/>
              </a:schemeClr>
            </a:gs>
            <a:gs pos="50000">
              <a:schemeClr val="accent2">
                <a:hueOff val="-816517"/>
                <a:satOff val="-3771"/>
                <a:lumOff val="-785"/>
                <a:alphaOff val="0"/>
                <a:satMod val="110000"/>
                <a:lumMod val="100000"/>
                <a:shade val="100000"/>
              </a:schemeClr>
            </a:gs>
            <a:gs pos="100000">
              <a:schemeClr val="accent2">
                <a:hueOff val="-816517"/>
                <a:satOff val="-3771"/>
                <a:lumOff val="-78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kern="1200" dirty="0">
              <a:latin typeface="Times New Roman" panose="02020603050405020304" pitchFamily="18" charset="0"/>
              <a:cs typeface="Times New Roman" panose="02020603050405020304" pitchFamily="18" charset="0"/>
            </a:rPr>
            <a:t>Walmart International segment net sales totalled $114.641 billion in FY2024.</a:t>
          </a:r>
          <a:endParaRPr lang="en-US" sz="1500" kern="1200" dirty="0">
            <a:latin typeface="Times New Roman" panose="02020603050405020304" pitchFamily="18" charset="0"/>
            <a:cs typeface="Times New Roman" panose="02020603050405020304" pitchFamily="18" charset="0"/>
          </a:endParaRPr>
        </a:p>
      </dsp:txBody>
      <dsp:txXfrm>
        <a:off x="37467" y="957411"/>
        <a:ext cx="6011918" cy="692586"/>
      </dsp:txXfrm>
    </dsp:sp>
    <dsp:sp modelId="{02227148-862E-491E-A526-7263FC64F0AD}">
      <dsp:nvSpPr>
        <dsp:cNvPr id="0" name=""/>
        <dsp:cNvSpPr/>
      </dsp:nvSpPr>
      <dsp:spPr>
        <a:xfrm>
          <a:off x="0" y="1805544"/>
          <a:ext cx="6086852" cy="767520"/>
        </a:xfrm>
        <a:prstGeom prst="roundRect">
          <a:avLst/>
        </a:prstGeom>
        <a:gradFill rotWithShape="0">
          <a:gsLst>
            <a:gs pos="0">
              <a:schemeClr val="accent2">
                <a:hueOff val="-1633033"/>
                <a:satOff val="-7543"/>
                <a:lumOff val="-1569"/>
                <a:alphaOff val="0"/>
                <a:satMod val="103000"/>
                <a:lumMod val="102000"/>
                <a:tint val="94000"/>
              </a:schemeClr>
            </a:gs>
            <a:gs pos="50000">
              <a:schemeClr val="accent2">
                <a:hueOff val="-1633033"/>
                <a:satOff val="-7543"/>
                <a:lumOff val="-1569"/>
                <a:alphaOff val="0"/>
                <a:satMod val="110000"/>
                <a:lumMod val="100000"/>
                <a:shade val="100000"/>
              </a:schemeClr>
            </a:gs>
            <a:gs pos="100000">
              <a:schemeClr val="accent2">
                <a:hueOff val="-1633033"/>
                <a:satOff val="-7543"/>
                <a:lumOff val="-156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kern="1200" dirty="0">
              <a:latin typeface="Times New Roman" panose="02020603050405020304" pitchFamily="18" charset="0"/>
              <a:cs typeface="Times New Roman" panose="02020603050405020304" pitchFamily="18" charset="0"/>
            </a:rPr>
            <a:t>Sam’s Club net sales, including fuel, totalled $86.179 billion and excluding fuel, Sam’s Club stores netted $75.057 billion.</a:t>
          </a:r>
          <a:endParaRPr lang="en-US" sz="1500" kern="1200" dirty="0">
            <a:latin typeface="Times New Roman" panose="02020603050405020304" pitchFamily="18" charset="0"/>
            <a:cs typeface="Times New Roman" panose="02020603050405020304" pitchFamily="18" charset="0"/>
          </a:endParaRPr>
        </a:p>
      </dsp:txBody>
      <dsp:txXfrm>
        <a:off x="37467" y="1843011"/>
        <a:ext cx="6011918" cy="692586"/>
      </dsp:txXfrm>
    </dsp:sp>
    <dsp:sp modelId="{572D0E74-DFC1-44D7-9368-4D4D08BA98FD}">
      <dsp:nvSpPr>
        <dsp:cNvPr id="0" name=""/>
        <dsp:cNvSpPr/>
      </dsp:nvSpPr>
      <dsp:spPr>
        <a:xfrm>
          <a:off x="0" y="2691144"/>
          <a:ext cx="6086852" cy="767520"/>
        </a:xfrm>
        <a:prstGeom prst="roundRect">
          <a:avLst/>
        </a:prstGeom>
        <a:gradFill rotWithShape="0">
          <a:gsLst>
            <a:gs pos="0">
              <a:schemeClr val="accent2">
                <a:hueOff val="-2449550"/>
                <a:satOff val="-11314"/>
                <a:lumOff val="-2354"/>
                <a:alphaOff val="0"/>
                <a:satMod val="103000"/>
                <a:lumMod val="102000"/>
                <a:tint val="94000"/>
              </a:schemeClr>
            </a:gs>
            <a:gs pos="50000">
              <a:schemeClr val="accent2">
                <a:hueOff val="-2449550"/>
                <a:satOff val="-11314"/>
                <a:lumOff val="-2354"/>
                <a:alphaOff val="0"/>
                <a:satMod val="110000"/>
                <a:lumMod val="100000"/>
                <a:shade val="100000"/>
              </a:schemeClr>
            </a:gs>
            <a:gs pos="100000">
              <a:schemeClr val="accent2">
                <a:hueOff val="-2449550"/>
                <a:satOff val="-11314"/>
                <a:lumOff val="-235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latin typeface="Times New Roman" panose="02020603050405020304" pitchFamily="18" charset="0"/>
              <a:cs typeface="Times New Roman" panose="02020603050405020304" pitchFamily="18" charset="0"/>
            </a:rPr>
            <a:t>Overall, Walmart's global net sales amounted to $642.6 billion, marking a 6% increase from the previous fiscal year. </a:t>
          </a:r>
        </a:p>
      </dsp:txBody>
      <dsp:txXfrm>
        <a:off x="37467" y="2728611"/>
        <a:ext cx="6011918" cy="6925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910554-41BD-4F04-872B-BDC6D155153E}">
      <dsp:nvSpPr>
        <dsp:cNvPr id="0" name=""/>
        <dsp:cNvSpPr/>
      </dsp:nvSpPr>
      <dsp:spPr>
        <a:xfrm>
          <a:off x="711161" y="1596"/>
          <a:ext cx="1905070" cy="14942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Walmart's initial public offering</a:t>
          </a:r>
          <a:r>
            <a:rPr lang="en-US" sz="1200" b="1" kern="1200" dirty="0">
              <a:latin typeface="Times New Roman" panose="02020603050405020304" pitchFamily="18" charset="0"/>
              <a:cs typeface="Times New Roman" panose="02020603050405020304" pitchFamily="18" charset="0"/>
            </a:rPr>
            <a:t> (IPO)</a:t>
          </a:r>
          <a:r>
            <a:rPr lang="en-US" sz="1200" kern="1200" dirty="0">
              <a:latin typeface="Times New Roman" panose="02020603050405020304" pitchFamily="18" charset="0"/>
              <a:cs typeface="Times New Roman" panose="02020603050405020304" pitchFamily="18" charset="0"/>
            </a:rPr>
            <a:t> was listed on </a:t>
          </a:r>
          <a:r>
            <a:rPr lang="en-US" sz="1200" b="1" kern="1200" dirty="0">
              <a:latin typeface="Times New Roman" panose="02020603050405020304" pitchFamily="18" charset="0"/>
              <a:cs typeface="Times New Roman" panose="02020603050405020304" pitchFamily="18" charset="0"/>
            </a:rPr>
            <a:t>October 1, 1970</a:t>
          </a:r>
          <a:r>
            <a:rPr lang="en-US" sz="1200" kern="1200" dirty="0">
              <a:latin typeface="Times New Roman" panose="02020603050405020304" pitchFamily="18" charset="0"/>
              <a:cs typeface="Times New Roman" panose="02020603050405020304" pitchFamily="18" charset="0"/>
            </a:rPr>
            <a:t>, on the </a:t>
          </a:r>
          <a:r>
            <a:rPr lang="en-US" sz="1200" b="1" kern="1200" dirty="0">
              <a:latin typeface="Times New Roman" panose="02020603050405020304" pitchFamily="18" charset="0"/>
              <a:cs typeface="Times New Roman" panose="02020603050405020304" pitchFamily="18" charset="0"/>
            </a:rPr>
            <a:t>New York Stock Exchange (NYSE)</a:t>
          </a:r>
          <a:r>
            <a:rPr lang="en-US" sz="1200" kern="1200" dirty="0">
              <a:latin typeface="Times New Roman" panose="02020603050405020304" pitchFamily="18" charset="0"/>
              <a:cs typeface="Times New Roman" panose="02020603050405020304" pitchFamily="18" charset="0"/>
            </a:rPr>
            <a:t> under the ticker symbol </a:t>
          </a:r>
          <a:r>
            <a:rPr lang="en-US" sz="1200" b="1" kern="1200" dirty="0">
              <a:latin typeface="Times New Roman" panose="02020603050405020304" pitchFamily="18" charset="0"/>
              <a:cs typeface="Times New Roman" panose="02020603050405020304" pitchFamily="18" charset="0"/>
            </a:rPr>
            <a:t>WMT</a:t>
          </a:r>
          <a:r>
            <a:rPr lang="en-US" sz="1200" kern="1200" dirty="0">
              <a:latin typeface="Times New Roman" panose="02020603050405020304" pitchFamily="18" charset="0"/>
              <a:cs typeface="Times New Roman" panose="02020603050405020304" pitchFamily="18" charset="0"/>
            </a:rPr>
            <a:t>. The stock was initially priced at </a:t>
          </a:r>
          <a:r>
            <a:rPr lang="en-US" sz="1200" b="1" kern="1200" dirty="0">
              <a:latin typeface="Times New Roman" panose="02020603050405020304" pitchFamily="18" charset="0"/>
              <a:cs typeface="Times New Roman" panose="02020603050405020304" pitchFamily="18" charset="0"/>
            </a:rPr>
            <a:t>$16.50 per share</a:t>
          </a:r>
          <a:r>
            <a:rPr lang="en-US" sz="1200" kern="1200" dirty="0">
              <a:latin typeface="Times New Roman" panose="02020603050405020304" pitchFamily="18" charset="0"/>
              <a:cs typeface="Times New Roman" panose="02020603050405020304" pitchFamily="18" charset="0"/>
            </a:rPr>
            <a:t>. </a:t>
          </a:r>
        </a:p>
      </dsp:txBody>
      <dsp:txXfrm>
        <a:off x="754925" y="45360"/>
        <a:ext cx="1817542" cy="1406695"/>
      </dsp:txXfrm>
    </dsp:sp>
    <dsp:sp modelId="{187A0FEF-91FC-4CE1-8A39-F25C5CC5B947}">
      <dsp:nvSpPr>
        <dsp:cNvPr id="0" name=""/>
        <dsp:cNvSpPr/>
      </dsp:nvSpPr>
      <dsp:spPr>
        <a:xfrm>
          <a:off x="2770512" y="531312"/>
          <a:ext cx="371676" cy="43479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2770512" y="618270"/>
        <a:ext cx="260173" cy="260875"/>
      </dsp:txXfrm>
    </dsp:sp>
    <dsp:sp modelId="{50A80827-5E4D-48D8-BA22-F6BA85C936B1}">
      <dsp:nvSpPr>
        <dsp:cNvPr id="0" name=""/>
        <dsp:cNvSpPr/>
      </dsp:nvSpPr>
      <dsp:spPr>
        <a:xfrm>
          <a:off x="3317508" y="222750"/>
          <a:ext cx="1753191" cy="10519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The stock reached an all-time high closing price of </a:t>
          </a:r>
          <a:r>
            <a:rPr lang="en-US" sz="1200" b="1" kern="1200" dirty="0">
              <a:latin typeface="Times New Roman" panose="02020603050405020304" pitchFamily="18" charset="0"/>
              <a:cs typeface="Times New Roman" panose="02020603050405020304" pitchFamily="18" charset="0"/>
            </a:rPr>
            <a:t>$95.70 </a:t>
          </a:r>
          <a:r>
            <a:rPr lang="en-US" sz="1200" kern="1200" dirty="0">
              <a:latin typeface="Times New Roman" panose="02020603050405020304" pitchFamily="18" charset="0"/>
              <a:cs typeface="Times New Roman" panose="02020603050405020304" pitchFamily="18" charset="0"/>
            </a:rPr>
            <a:t>on December 6, 2024.</a:t>
          </a:r>
        </a:p>
      </dsp:txBody>
      <dsp:txXfrm>
        <a:off x="3348318" y="253560"/>
        <a:ext cx="1691571" cy="990294"/>
      </dsp:txXfrm>
    </dsp:sp>
    <dsp:sp modelId="{45598D1E-F052-46D2-A7F1-F59D0F6FCF3B}">
      <dsp:nvSpPr>
        <dsp:cNvPr id="0" name=""/>
        <dsp:cNvSpPr/>
      </dsp:nvSpPr>
      <dsp:spPr>
        <a:xfrm rot="5400000">
          <a:off x="3949659" y="1504648"/>
          <a:ext cx="488888" cy="43479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rot="-5400000">
        <a:off x="4063666" y="1477600"/>
        <a:ext cx="260875" cy="358451"/>
      </dsp:txXfrm>
    </dsp:sp>
    <dsp:sp modelId="{A534FB1A-483D-45EA-A474-3693BD54F23A}">
      <dsp:nvSpPr>
        <dsp:cNvPr id="0" name=""/>
        <dsp:cNvSpPr/>
      </dsp:nvSpPr>
      <dsp:spPr>
        <a:xfrm>
          <a:off x="3317508" y="2197096"/>
          <a:ext cx="1753191" cy="10519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dirty="0">
              <a:latin typeface="Times New Roman" panose="02020603050405020304" pitchFamily="18" charset="0"/>
              <a:cs typeface="Times New Roman" panose="02020603050405020304" pitchFamily="18" charset="0"/>
            </a:rPr>
            <a:t>The Walmart </a:t>
          </a:r>
          <a:r>
            <a:rPr lang="en-US" sz="1200" b="1" i="0" kern="1200" dirty="0">
              <a:latin typeface="Times New Roman" panose="02020603050405020304" pitchFamily="18" charset="0"/>
              <a:cs typeface="Times New Roman" panose="02020603050405020304" pitchFamily="18" charset="0"/>
            </a:rPr>
            <a:t>52-week high </a:t>
          </a:r>
          <a:r>
            <a:rPr lang="en-US" sz="1200" i="0" kern="1200" dirty="0">
              <a:latin typeface="Times New Roman" panose="02020603050405020304" pitchFamily="18" charset="0"/>
              <a:cs typeface="Times New Roman" panose="02020603050405020304" pitchFamily="18" charset="0"/>
            </a:rPr>
            <a:t>stock price is </a:t>
          </a:r>
          <a:r>
            <a:rPr lang="en-US" sz="1200" b="1" i="0" kern="1200" dirty="0">
              <a:latin typeface="Times New Roman" panose="02020603050405020304" pitchFamily="18" charset="0"/>
              <a:cs typeface="Times New Roman" panose="02020603050405020304" pitchFamily="18" charset="0"/>
            </a:rPr>
            <a:t>96.18</a:t>
          </a:r>
          <a:r>
            <a:rPr lang="en-US" sz="1200" i="0" kern="1200" dirty="0">
              <a:latin typeface="Times New Roman" panose="02020603050405020304" pitchFamily="18" charset="0"/>
              <a:cs typeface="Times New Roman" panose="02020603050405020304" pitchFamily="18" charset="0"/>
            </a:rPr>
            <a:t>, which is</a:t>
          </a:r>
          <a:r>
            <a:rPr lang="en-US" sz="1200" b="1" i="0" kern="1200" dirty="0">
              <a:latin typeface="Times New Roman" panose="02020603050405020304" pitchFamily="18" charset="0"/>
              <a:cs typeface="Times New Roman" panose="02020603050405020304" pitchFamily="18" charset="0"/>
            </a:rPr>
            <a:t> </a:t>
          </a:r>
          <a:r>
            <a:rPr lang="en-US" sz="1200" b="1" kern="1200" dirty="0">
              <a:latin typeface="Times New Roman" panose="02020603050405020304" pitchFamily="18" charset="0"/>
              <a:cs typeface="Times New Roman" panose="02020603050405020304" pitchFamily="18" charset="0"/>
            </a:rPr>
            <a:t>1.28% above </a:t>
          </a:r>
          <a:r>
            <a:rPr lang="en-US" sz="1200" i="0" kern="1200" dirty="0">
              <a:latin typeface="Times New Roman" panose="02020603050405020304" pitchFamily="18" charset="0"/>
              <a:cs typeface="Times New Roman" panose="02020603050405020304" pitchFamily="18" charset="0"/>
            </a:rPr>
            <a:t>the current share price.</a:t>
          </a:r>
          <a:endParaRPr lang="en-US" sz="1200" kern="1200" dirty="0">
            <a:latin typeface="Times New Roman" panose="02020603050405020304" pitchFamily="18" charset="0"/>
            <a:cs typeface="Times New Roman" panose="02020603050405020304" pitchFamily="18" charset="0"/>
          </a:endParaRPr>
        </a:p>
      </dsp:txBody>
      <dsp:txXfrm>
        <a:off x="3348318" y="2227906"/>
        <a:ext cx="1691571" cy="990294"/>
      </dsp:txXfrm>
    </dsp:sp>
    <dsp:sp modelId="{5C486769-0A7C-4E68-A66F-3D6AF4C4C556}">
      <dsp:nvSpPr>
        <dsp:cNvPr id="0" name=""/>
        <dsp:cNvSpPr/>
      </dsp:nvSpPr>
      <dsp:spPr>
        <a:xfrm rot="10800000">
          <a:off x="2791550" y="2505658"/>
          <a:ext cx="371676" cy="43479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10800000">
        <a:off x="2903053" y="2592616"/>
        <a:ext cx="260173" cy="260875"/>
      </dsp:txXfrm>
    </dsp:sp>
    <dsp:sp modelId="{08CC0F90-FF88-4B24-99F8-9EC1E9ABA833}">
      <dsp:nvSpPr>
        <dsp:cNvPr id="0" name=""/>
        <dsp:cNvSpPr/>
      </dsp:nvSpPr>
      <dsp:spPr>
        <a:xfrm>
          <a:off x="863040" y="2197096"/>
          <a:ext cx="1753191" cy="10519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The Walmart </a:t>
          </a:r>
          <a:r>
            <a:rPr lang="en-US" sz="1200" b="1" kern="1200" dirty="0">
              <a:latin typeface="Times New Roman" panose="02020603050405020304" pitchFamily="18" charset="0"/>
              <a:cs typeface="Times New Roman" panose="02020603050405020304" pitchFamily="18" charset="0"/>
            </a:rPr>
            <a:t>52-week low stock price</a:t>
          </a:r>
          <a:r>
            <a:rPr lang="en-US" sz="1200" kern="1200" dirty="0">
              <a:latin typeface="Times New Roman" panose="02020603050405020304" pitchFamily="18" charset="0"/>
              <a:cs typeface="Times New Roman" panose="02020603050405020304" pitchFamily="18" charset="0"/>
            </a:rPr>
            <a:t> is </a:t>
          </a:r>
          <a:r>
            <a:rPr lang="en-US" sz="1200" b="1" kern="1200" dirty="0">
              <a:latin typeface="Times New Roman" panose="02020603050405020304" pitchFamily="18" charset="0"/>
              <a:cs typeface="Times New Roman" panose="02020603050405020304" pitchFamily="18" charset="0"/>
            </a:rPr>
            <a:t>$50.21</a:t>
          </a:r>
          <a:r>
            <a:rPr lang="en-US" sz="1200" kern="1200" dirty="0">
              <a:latin typeface="Times New Roman" panose="02020603050405020304" pitchFamily="18" charset="0"/>
              <a:cs typeface="Times New Roman" panose="02020603050405020304" pitchFamily="18" charset="0"/>
            </a:rPr>
            <a:t>, which is approximately </a:t>
          </a:r>
          <a:r>
            <a:rPr lang="en-US" sz="1200" b="1" kern="1200" dirty="0">
              <a:latin typeface="Times New Roman" panose="02020603050405020304" pitchFamily="18" charset="0"/>
              <a:cs typeface="Times New Roman" panose="02020603050405020304" pitchFamily="18" charset="0"/>
            </a:rPr>
            <a:t>47.13% below</a:t>
          </a:r>
          <a:r>
            <a:rPr lang="en-US" sz="1200" kern="1200" dirty="0">
              <a:latin typeface="Times New Roman" panose="02020603050405020304" pitchFamily="18" charset="0"/>
              <a:cs typeface="Times New Roman" panose="02020603050405020304" pitchFamily="18" charset="0"/>
            </a:rPr>
            <a:t> the current share price</a:t>
          </a:r>
        </a:p>
      </dsp:txBody>
      <dsp:txXfrm>
        <a:off x="893850" y="2227906"/>
        <a:ext cx="1691571" cy="990294"/>
      </dsp:txXfrm>
    </dsp:sp>
    <dsp:sp modelId="{EBBDF463-AABC-4ACD-A79F-0C31E4670A10}">
      <dsp:nvSpPr>
        <dsp:cNvPr id="0" name=""/>
        <dsp:cNvSpPr/>
      </dsp:nvSpPr>
      <dsp:spPr>
        <a:xfrm rot="5400000">
          <a:off x="1553797" y="3371734"/>
          <a:ext cx="371676" cy="43479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5400000">
        <a:off x="1609198" y="3403292"/>
        <a:ext cx="260875" cy="260173"/>
      </dsp:txXfrm>
    </dsp:sp>
    <dsp:sp modelId="{646C0576-1A46-482E-A9C2-CE153E04C7DF}">
      <dsp:nvSpPr>
        <dsp:cNvPr id="0" name=""/>
        <dsp:cNvSpPr/>
      </dsp:nvSpPr>
      <dsp:spPr>
        <a:xfrm>
          <a:off x="863040" y="3950287"/>
          <a:ext cx="1753191" cy="10519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i="0" kern="1200" dirty="0">
              <a:latin typeface="Times New Roman" panose="02020603050405020304" pitchFamily="18" charset="0"/>
              <a:cs typeface="Times New Roman" panose="02020603050405020304" pitchFamily="18" charset="0"/>
            </a:rPr>
            <a:t>The </a:t>
          </a:r>
          <a:r>
            <a:rPr lang="en-US" sz="1200" b="1" kern="1200" dirty="0">
              <a:latin typeface="Times New Roman" panose="02020603050405020304" pitchFamily="18" charset="0"/>
              <a:cs typeface="Times New Roman" panose="02020603050405020304" pitchFamily="18" charset="0"/>
            </a:rPr>
            <a:t>A</a:t>
          </a:r>
          <a:r>
            <a:rPr lang="en-US" sz="1200" b="1" i="0" kern="1200" dirty="0">
              <a:latin typeface="Times New Roman" panose="02020603050405020304" pitchFamily="18" charset="0"/>
              <a:cs typeface="Times New Roman" panose="02020603050405020304" pitchFamily="18" charset="0"/>
            </a:rPr>
            <a:t>verage Walmart stock price </a:t>
          </a:r>
          <a:r>
            <a:rPr lang="en-US" sz="1200" i="0" kern="1200" dirty="0">
              <a:latin typeface="Times New Roman" panose="02020603050405020304" pitchFamily="18" charset="0"/>
              <a:cs typeface="Times New Roman" panose="02020603050405020304" pitchFamily="18" charset="0"/>
            </a:rPr>
            <a:t>for the last 52 weeks is </a:t>
          </a:r>
          <a:r>
            <a:rPr lang="en-US" sz="1200" b="1" i="0" kern="1200" dirty="0">
              <a:latin typeface="Times New Roman" panose="02020603050405020304" pitchFamily="18" charset="0"/>
              <a:cs typeface="Times New Roman" panose="02020603050405020304" pitchFamily="18" charset="0"/>
            </a:rPr>
            <a:t>68.02</a:t>
          </a:r>
          <a:r>
            <a:rPr lang="en-US" sz="1200" i="0" kern="1200" dirty="0">
              <a:latin typeface="Times New Roman" panose="02020603050405020304" pitchFamily="18" charset="0"/>
              <a:cs typeface="Times New Roman" panose="02020603050405020304" pitchFamily="18" charset="0"/>
            </a:rPr>
            <a:t>.</a:t>
          </a:r>
          <a:endParaRPr lang="en-US" sz="1200" kern="1200" dirty="0">
            <a:latin typeface="Times New Roman" panose="02020603050405020304" pitchFamily="18" charset="0"/>
            <a:cs typeface="Times New Roman" panose="02020603050405020304" pitchFamily="18" charset="0"/>
          </a:endParaRPr>
        </a:p>
      </dsp:txBody>
      <dsp:txXfrm>
        <a:off x="893850" y="3981097"/>
        <a:ext cx="1691571" cy="9902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AAE3C3-CC5D-450D-A241-34F530569A30}">
      <dsp:nvSpPr>
        <dsp:cNvPr id="0" name=""/>
        <dsp:cNvSpPr/>
      </dsp:nvSpPr>
      <dsp:spPr>
        <a:xfrm>
          <a:off x="0" y="5028"/>
          <a:ext cx="6812280" cy="1585665"/>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806C50-22B4-4A9C-926D-EB15B1548BCC}">
      <dsp:nvSpPr>
        <dsp:cNvPr id="0" name=""/>
        <dsp:cNvSpPr/>
      </dsp:nvSpPr>
      <dsp:spPr>
        <a:xfrm>
          <a:off x="479663" y="361803"/>
          <a:ext cx="872968" cy="87211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A75755-BEA7-4D9E-8056-4ECFD15E3EA1}">
      <dsp:nvSpPr>
        <dsp:cNvPr id="0" name=""/>
        <dsp:cNvSpPr/>
      </dsp:nvSpPr>
      <dsp:spPr>
        <a:xfrm>
          <a:off x="1832296" y="5028"/>
          <a:ext cx="4908195" cy="15872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980" tIns="167980" rIns="167980" bIns="167980" numCol="1" spcCol="1270" anchor="ctr" anchorCtr="0">
          <a:noAutofit/>
        </a:bodyPr>
        <a:lstStyle/>
        <a:p>
          <a:pPr marL="0" lvl="0" indent="0" algn="l" defTabSz="666750">
            <a:lnSpc>
              <a:spcPct val="100000"/>
            </a:lnSpc>
            <a:spcBef>
              <a:spcPct val="0"/>
            </a:spcBef>
            <a:spcAft>
              <a:spcPct val="35000"/>
            </a:spcAft>
            <a:buNone/>
          </a:pPr>
          <a:r>
            <a:rPr lang="en-US" sz="1500" kern="1200" dirty="0">
              <a:latin typeface="Times New Roman" panose="02020603050405020304" pitchFamily="18" charset="0"/>
              <a:cs typeface="Times New Roman" panose="02020603050405020304" pitchFamily="18" charset="0"/>
            </a:rPr>
            <a:t>Fintech Innovation – Walmart is exploring to find financial technology solutions to offer more financial services, such as digital wallets, financial planning tools and enhanced payment options through partnership and internal development.</a:t>
          </a:r>
        </a:p>
      </dsp:txBody>
      <dsp:txXfrm>
        <a:off x="1832296" y="5028"/>
        <a:ext cx="4908195" cy="1587215"/>
      </dsp:txXfrm>
    </dsp:sp>
    <dsp:sp modelId="{B773A9A4-B1EB-4052-BD7C-F63A5C8C3535}">
      <dsp:nvSpPr>
        <dsp:cNvPr id="0" name=""/>
        <dsp:cNvSpPr/>
      </dsp:nvSpPr>
      <dsp:spPr>
        <a:xfrm>
          <a:off x="0" y="1977024"/>
          <a:ext cx="6812280" cy="1585665"/>
        </a:xfrm>
        <a:prstGeom prst="roundRect">
          <a:avLst>
            <a:gd name="adj" fmla="val 10000"/>
          </a:avLst>
        </a:prstGeom>
        <a:solidFill>
          <a:schemeClr val="accent5">
            <a:hueOff val="8704932"/>
            <a:satOff val="3846"/>
            <a:lumOff val="-4216"/>
            <a:alphaOff val="0"/>
          </a:schemeClr>
        </a:solidFill>
        <a:ln>
          <a:noFill/>
        </a:ln>
        <a:effectLst/>
      </dsp:spPr>
      <dsp:style>
        <a:lnRef idx="0">
          <a:scrgbClr r="0" g="0" b="0"/>
        </a:lnRef>
        <a:fillRef idx="1">
          <a:scrgbClr r="0" g="0" b="0"/>
        </a:fillRef>
        <a:effectRef idx="0">
          <a:scrgbClr r="0" g="0" b="0"/>
        </a:effectRef>
        <a:fontRef idx="minor"/>
      </dsp:style>
    </dsp:sp>
    <dsp:sp modelId="{87CFCC11-D3B2-4204-8695-1C744D62B429}">
      <dsp:nvSpPr>
        <dsp:cNvPr id="0" name=""/>
        <dsp:cNvSpPr/>
      </dsp:nvSpPr>
      <dsp:spPr>
        <a:xfrm>
          <a:off x="479663" y="2333798"/>
          <a:ext cx="872968" cy="87211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4189BCA-DDC4-4BE5-8743-7E615E0B70F1}">
      <dsp:nvSpPr>
        <dsp:cNvPr id="0" name=""/>
        <dsp:cNvSpPr/>
      </dsp:nvSpPr>
      <dsp:spPr>
        <a:xfrm>
          <a:off x="1832296" y="1977024"/>
          <a:ext cx="4908195" cy="15872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980" tIns="167980" rIns="167980" bIns="167980" numCol="1" spcCol="1270" anchor="ctr" anchorCtr="0">
          <a:noAutofit/>
        </a:bodyPr>
        <a:lstStyle/>
        <a:p>
          <a:pPr marL="0" lvl="0" indent="0" algn="l" defTabSz="666750">
            <a:lnSpc>
              <a:spcPct val="100000"/>
            </a:lnSpc>
            <a:spcBef>
              <a:spcPct val="0"/>
            </a:spcBef>
            <a:spcAft>
              <a:spcPct val="35000"/>
            </a:spcAft>
            <a:buNone/>
          </a:pPr>
          <a:r>
            <a:rPr lang="en-US" sz="1500" kern="1200" dirty="0">
              <a:latin typeface="Times New Roman" panose="02020603050405020304" pitchFamily="18" charset="0"/>
              <a:cs typeface="Times New Roman" panose="02020603050405020304" pitchFamily="18" charset="0"/>
            </a:rPr>
            <a:t>Expansion of Walmart MoneyCard – Growth of the Walmart MoneyCard offering new features and benefits like checking a price of product by scanning the QR code of the product to attract more users. They also have patented their Walmart payment app through which users can pay directly from their wallet. </a:t>
          </a:r>
        </a:p>
      </dsp:txBody>
      <dsp:txXfrm>
        <a:off x="1832296" y="1977024"/>
        <a:ext cx="4908195" cy="1587215"/>
      </dsp:txXfrm>
    </dsp:sp>
    <dsp:sp modelId="{983A6FA3-1BB7-4182-A01B-BDFE8A05705F}">
      <dsp:nvSpPr>
        <dsp:cNvPr id="0" name=""/>
        <dsp:cNvSpPr/>
      </dsp:nvSpPr>
      <dsp:spPr>
        <a:xfrm>
          <a:off x="0" y="3949019"/>
          <a:ext cx="6812280" cy="1585665"/>
        </a:xfrm>
        <a:prstGeom prst="roundRect">
          <a:avLst>
            <a:gd name="adj" fmla="val 10000"/>
          </a:avLst>
        </a:prstGeom>
        <a:solidFill>
          <a:schemeClr val="accent5">
            <a:hueOff val="17409864"/>
            <a:satOff val="7692"/>
            <a:lumOff val="-8432"/>
            <a:alphaOff val="0"/>
          </a:schemeClr>
        </a:solidFill>
        <a:ln>
          <a:noFill/>
        </a:ln>
        <a:effectLst/>
      </dsp:spPr>
      <dsp:style>
        <a:lnRef idx="0">
          <a:scrgbClr r="0" g="0" b="0"/>
        </a:lnRef>
        <a:fillRef idx="1">
          <a:scrgbClr r="0" g="0" b="0"/>
        </a:fillRef>
        <a:effectRef idx="0">
          <a:scrgbClr r="0" g="0" b="0"/>
        </a:effectRef>
        <a:fontRef idx="minor"/>
      </dsp:style>
    </dsp:sp>
    <dsp:sp modelId="{48A08D81-05B7-4F31-A68E-07C8CDF83A28}">
      <dsp:nvSpPr>
        <dsp:cNvPr id="0" name=""/>
        <dsp:cNvSpPr/>
      </dsp:nvSpPr>
      <dsp:spPr>
        <a:xfrm>
          <a:off x="479663" y="4305794"/>
          <a:ext cx="872968" cy="87211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319E3F-D16F-4C25-B249-1021983D2A62}">
      <dsp:nvSpPr>
        <dsp:cNvPr id="0" name=""/>
        <dsp:cNvSpPr/>
      </dsp:nvSpPr>
      <dsp:spPr>
        <a:xfrm>
          <a:off x="1832296" y="3949019"/>
          <a:ext cx="4908195" cy="15872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980" tIns="167980" rIns="167980" bIns="167980" numCol="1" spcCol="1270" anchor="ctr" anchorCtr="0">
          <a:noAutofit/>
        </a:bodyPr>
        <a:lstStyle/>
        <a:p>
          <a:pPr marL="0" lvl="0" indent="0" algn="l" defTabSz="666750">
            <a:lnSpc>
              <a:spcPct val="100000"/>
            </a:lnSpc>
            <a:spcBef>
              <a:spcPct val="0"/>
            </a:spcBef>
            <a:spcAft>
              <a:spcPct val="35000"/>
            </a:spcAft>
            <a:buNone/>
          </a:pPr>
          <a:r>
            <a:rPr lang="en-US" sz="1500" kern="1200" dirty="0">
              <a:latin typeface="Times New Roman" panose="02020603050405020304" pitchFamily="18" charset="0"/>
              <a:cs typeface="Times New Roman" panose="02020603050405020304" pitchFamily="18" charset="0"/>
            </a:rPr>
            <a:t>Instore technology – Introduction of new technologies in stores, such as self-checkout stations, smart shelves and interactive digital display.</a:t>
          </a:r>
        </a:p>
      </dsp:txBody>
      <dsp:txXfrm>
        <a:off x="1832296" y="3949019"/>
        <a:ext cx="4908195" cy="158721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7FE081-7437-4246-AB25-A9EBC5AEF2B3}">
      <dsp:nvSpPr>
        <dsp:cNvPr id="0" name=""/>
        <dsp:cNvSpPr/>
      </dsp:nvSpPr>
      <dsp:spPr>
        <a:xfrm>
          <a:off x="0" y="165"/>
          <a:ext cx="3627534" cy="70751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dirty="0">
              <a:latin typeface="Times New Roman" panose="02020603050405020304" pitchFamily="18" charset="0"/>
              <a:cs typeface="Times New Roman" panose="02020603050405020304" pitchFamily="18" charset="0"/>
            </a:rPr>
            <a:t>Walmart annual revenue for 2024 was $648,125 billion, a 6.00% increase from 2023. Walmart annual revenue for 2023 was $611,289 billion, a 6.7% increase from 2022. Growth is driven by increased net sales and membership income.</a:t>
          </a:r>
        </a:p>
      </dsp:txBody>
      <dsp:txXfrm>
        <a:off x="34538" y="34703"/>
        <a:ext cx="3558458" cy="638434"/>
      </dsp:txXfrm>
    </dsp:sp>
    <dsp:sp modelId="{F8B8C24E-6B76-4C39-964F-DDBA1FEFF5C4}">
      <dsp:nvSpPr>
        <dsp:cNvPr id="0" name=""/>
        <dsp:cNvSpPr/>
      </dsp:nvSpPr>
      <dsp:spPr>
        <a:xfrm>
          <a:off x="0" y="719994"/>
          <a:ext cx="3627534" cy="70751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latin typeface="Times New Roman" panose="02020603050405020304" pitchFamily="18" charset="0"/>
              <a:cs typeface="Times New Roman" panose="02020603050405020304" pitchFamily="18" charset="0"/>
            </a:rPr>
            <a:t>The company observed an increase in net income by 32.8% in the year 2024 as compared to 2023. However, the company’s profits fell by 14.58% in the year 2023 as compared to 2022. This reflects higher revenues, improved operations, and gains despite rising costs.</a:t>
          </a:r>
          <a:endParaRPr lang="en-US" sz="1000" kern="1200" dirty="0">
            <a:latin typeface="Times New Roman" panose="02020603050405020304" pitchFamily="18" charset="0"/>
            <a:cs typeface="Times New Roman" panose="02020603050405020304" pitchFamily="18" charset="0"/>
          </a:endParaRPr>
        </a:p>
      </dsp:txBody>
      <dsp:txXfrm>
        <a:off x="34538" y="754532"/>
        <a:ext cx="3558458" cy="638434"/>
      </dsp:txXfrm>
    </dsp:sp>
    <dsp:sp modelId="{D66B3B05-FBBC-4C43-9B64-8F52F70D4C0D}">
      <dsp:nvSpPr>
        <dsp:cNvPr id="0" name=""/>
        <dsp:cNvSpPr/>
      </dsp:nvSpPr>
      <dsp:spPr>
        <a:xfrm>
          <a:off x="0" y="1439823"/>
          <a:ext cx="3627534" cy="70751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latin typeface="Times New Roman" panose="02020603050405020304" pitchFamily="18" charset="0"/>
              <a:cs typeface="Times New Roman" panose="02020603050405020304" pitchFamily="18" charset="0"/>
            </a:rPr>
            <a:t>The operating income grew by approximately 32.23% from 2023 to 2024. Although, it decreased by 21.26% from 2022 to 2023.</a:t>
          </a:r>
          <a:endParaRPr lang="en-US" sz="1000" kern="1200" dirty="0">
            <a:latin typeface="Times New Roman" panose="02020603050405020304" pitchFamily="18" charset="0"/>
            <a:cs typeface="Times New Roman" panose="02020603050405020304" pitchFamily="18" charset="0"/>
          </a:endParaRPr>
        </a:p>
      </dsp:txBody>
      <dsp:txXfrm>
        <a:off x="34538" y="1474361"/>
        <a:ext cx="3558458" cy="638434"/>
      </dsp:txXfrm>
    </dsp:sp>
    <dsp:sp modelId="{B053D7F5-B219-42EB-A3EB-70B95688FC09}">
      <dsp:nvSpPr>
        <dsp:cNvPr id="0" name=""/>
        <dsp:cNvSpPr/>
      </dsp:nvSpPr>
      <dsp:spPr>
        <a:xfrm>
          <a:off x="0" y="2159652"/>
          <a:ext cx="3627534" cy="70751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latin typeface="Times New Roman" panose="02020603050405020304" pitchFamily="18" charset="0"/>
              <a:cs typeface="Times New Roman" panose="02020603050405020304" pitchFamily="18" charset="0"/>
            </a:rPr>
            <a:t>Rising costs, particularly in Cost of Sales and SG&amp;A, highlight investments and inflationary pressures. Walmart is continuing to invest in development and digital transformation as evidenced by the $3.8 billion increase in 2024.</a:t>
          </a:r>
          <a:endParaRPr lang="en-US" sz="1000" kern="1200" dirty="0">
            <a:latin typeface="Times New Roman" panose="02020603050405020304" pitchFamily="18" charset="0"/>
            <a:cs typeface="Times New Roman" panose="02020603050405020304" pitchFamily="18" charset="0"/>
          </a:endParaRPr>
        </a:p>
      </dsp:txBody>
      <dsp:txXfrm>
        <a:off x="34538" y="2194190"/>
        <a:ext cx="3558458" cy="638434"/>
      </dsp:txXfrm>
    </dsp:sp>
    <dsp:sp modelId="{5204A13A-9528-496B-AA1A-3F570C135474}">
      <dsp:nvSpPr>
        <dsp:cNvPr id="0" name=""/>
        <dsp:cNvSpPr/>
      </dsp:nvSpPr>
      <dsp:spPr>
        <a:xfrm>
          <a:off x="0" y="2879481"/>
          <a:ext cx="3627534" cy="70751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latin typeface="Times New Roman" panose="02020603050405020304" pitchFamily="18" charset="0"/>
              <a:cs typeface="Times New Roman" panose="02020603050405020304" pitchFamily="18" charset="0"/>
            </a:rPr>
            <a:t>Walmart's EPS and dividends growth make it an attractive option for investors.</a:t>
          </a:r>
          <a:endParaRPr lang="en-US" sz="1000" kern="1200" dirty="0">
            <a:latin typeface="Times New Roman" panose="02020603050405020304" pitchFamily="18" charset="0"/>
            <a:cs typeface="Times New Roman" panose="02020603050405020304" pitchFamily="18" charset="0"/>
          </a:endParaRPr>
        </a:p>
      </dsp:txBody>
      <dsp:txXfrm>
        <a:off x="34538" y="2914019"/>
        <a:ext cx="3558458" cy="63843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40A2DF-BB26-43B8-A4B6-AFB80BB6AD9B}" type="datetimeFigureOut">
              <a:rPr lang="en-US" smtClean="0"/>
              <a:t>12/12/2024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A7E938-2AF2-42E6-A676-D1C46106516D}" type="slidenum">
              <a:rPr lang="en-US" smtClean="0"/>
              <a:t>‹#›</a:t>
            </a:fld>
            <a:endParaRPr lang="en-US"/>
          </a:p>
        </p:txBody>
      </p:sp>
    </p:spTree>
    <p:extLst>
      <p:ext uri="{BB962C8B-B14F-4D97-AF65-F5344CB8AC3E}">
        <p14:creationId xmlns:p14="http://schemas.microsoft.com/office/powerpoint/2010/main" val="2852403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A7E938-2AF2-42E6-A676-D1C46106516D}" type="slidenum">
              <a:rPr lang="en-US" smtClean="0"/>
              <a:t>15</a:t>
            </a:fld>
            <a:endParaRPr lang="en-US"/>
          </a:p>
        </p:txBody>
      </p:sp>
    </p:spTree>
    <p:extLst>
      <p:ext uri="{BB962C8B-B14F-4D97-AF65-F5344CB8AC3E}">
        <p14:creationId xmlns:p14="http://schemas.microsoft.com/office/powerpoint/2010/main" val="1162779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12/12/2024</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8753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12/12/2024</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482816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620572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12/12/2024</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53110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12/12/2024</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76724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12/12/2024</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897973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12/12/2024</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649764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12/12/2024</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828815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12/12/2024</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2634995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224161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4086130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dirty="0"/>
          </a:p>
        </p:txBody>
      </p:sp>
    </p:spTree>
    <p:extLst>
      <p:ext uri="{BB962C8B-B14F-4D97-AF65-F5344CB8AC3E}">
        <p14:creationId xmlns:p14="http://schemas.microsoft.com/office/powerpoint/2010/main" val="36490211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6049467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7663427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AC24A9-CCB6-4F8D-B8DB-C2F3692CFA5A}" type="datetimeFigureOut">
              <a:rPr lang="en-US" smtClean="0"/>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2146868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AC24A9-CCB6-4F8D-B8DB-C2F3692CFA5A}" type="datetimeFigureOut">
              <a:rPr lang="en-US" smtClean="0"/>
              <a:t>12/12/2024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9457231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AC24A9-CCB6-4F8D-B8DB-C2F3692CFA5A}" type="datetimeFigureOut">
              <a:rPr lang="en-US" smtClean="0"/>
              <a:t>12/12/2024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9927419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AC24A9-CCB6-4F8D-B8DB-C2F3692CFA5A}" type="datetimeFigureOut">
              <a:rPr lang="en-US" smtClean="0"/>
              <a:t>12/12/2024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9736599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12/12/2024</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3265618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1883735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2779131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1676175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3036489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810811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8823292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8632633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1950163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2DC25EE-239B-4C5F-AAD1-255A7D5F1EE2}" type="slidenum">
              <a:rPr lang="en-US" smtClean="0"/>
              <a:t>‹#›</a:t>
            </a:fld>
            <a:endParaRPr lang="en-US" dirty="0"/>
          </a:p>
        </p:txBody>
      </p:sp>
    </p:spTree>
    <p:extLst>
      <p:ext uri="{BB962C8B-B14F-4D97-AF65-F5344CB8AC3E}">
        <p14:creationId xmlns:p14="http://schemas.microsoft.com/office/powerpoint/2010/main" val="9938320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2789059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37061998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AC24A9-CCB6-4F8D-B8DB-C2F3692CFA5A}" type="datetimeFigureOut">
              <a:rPr lang="en-US" smtClean="0"/>
              <a:t>12/12/2024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1439565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AC24A9-CCB6-4F8D-B8DB-C2F3692CFA5A}" type="datetimeFigureOut">
              <a:rPr lang="en-US" smtClean="0"/>
              <a:t>12/12/2024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8460130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AC24A9-CCB6-4F8D-B8DB-C2F3692CFA5A}" type="datetimeFigureOut">
              <a:rPr lang="en-US" smtClean="0"/>
              <a:t>12/12/2024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0179890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AC24A9-CCB6-4F8D-B8DB-C2F3692CFA5A}" type="datetimeFigureOut">
              <a:rPr lang="en-US" smtClean="0"/>
              <a:t>12/12/2024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158002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12/12/2024</a:t>
            </a:fld>
            <a:endParaRPr lang="en-US" dirty="0"/>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201136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12/12/2024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36126223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3317307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2DC25EE-239B-4C5F-AAD1-255A7D5F1EE2}"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099372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12/12/2024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48986768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12/12/2024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2DC25EE-239B-4C5F-AAD1-255A7D5F1EE2}"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2573870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12/12/2024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277878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86918567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50141134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dirty="0"/>
          </a:p>
        </p:txBody>
      </p:sp>
    </p:spTree>
    <p:extLst>
      <p:ext uri="{BB962C8B-B14F-4D97-AF65-F5344CB8AC3E}">
        <p14:creationId xmlns:p14="http://schemas.microsoft.com/office/powerpoint/2010/main" val="292869629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00282042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07710938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AC24A9-CCB6-4F8D-B8DB-C2F3692CFA5A}" type="datetimeFigureOut">
              <a:rPr lang="en-US" smtClean="0"/>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80770399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AC24A9-CCB6-4F8D-B8DB-C2F3692CFA5A}" type="datetimeFigureOut">
              <a:rPr lang="en-US" smtClean="0"/>
              <a:t>12/12/2024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0585416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AC24A9-CCB6-4F8D-B8DB-C2F3692CFA5A}" type="datetimeFigureOut">
              <a:rPr lang="en-US" smtClean="0"/>
              <a:t>12/12/2024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88291960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02AC24A9-CCB6-4F8D-B8DB-C2F3692CFA5A}" type="datetimeFigureOut">
              <a:rPr lang="en-US" smtClean="0"/>
              <a:t>12/12/2024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83909425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4176216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5214931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50766548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46448006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6026780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24362782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2AC24A9-CCB6-4F8D-B8DB-C2F3692CFA5A}" type="datetimeFigureOut">
              <a:rPr lang="en-US" smtClean="0"/>
              <a:t>12/12/2024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7531200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2AC24A9-CCB6-4F8D-B8DB-C2F3692CFA5A}" type="datetimeFigureOut">
              <a:rPr lang="en-US" smtClean="0"/>
              <a:t>12/12/2024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3844266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81320465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40891807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12/12/2024</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86623888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02AC24A9-CCB6-4F8D-B8DB-C2F3692CFA5A}" type="datetimeFigureOut">
              <a:rPr lang="en-US" smtClean="0"/>
              <a:t>12/12/2024</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B2DC25EE-239B-4C5F-AAD1-255A7D5F1EE2}" type="slidenum">
              <a:rPr lang="en-US" smtClean="0"/>
              <a:t>‹#›</a:t>
            </a:fld>
            <a:endParaRPr lang="en-US" dirty="0"/>
          </a:p>
        </p:txBody>
      </p:sp>
    </p:spTree>
    <p:extLst>
      <p:ext uri="{BB962C8B-B14F-4D97-AF65-F5344CB8AC3E}">
        <p14:creationId xmlns:p14="http://schemas.microsoft.com/office/powerpoint/2010/main" val="29606432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45424182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91031179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AC24A9-CCB6-4F8D-B8DB-C2F3692CFA5A}" type="datetimeFigureOut">
              <a:rPr lang="en-US" smtClean="0"/>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0930689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AC24A9-CCB6-4F8D-B8DB-C2F3692CFA5A}" type="datetimeFigureOut">
              <a:rPr lang="en-US" smtClean="0"/>
              <a:t>12/12/2024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37445733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AC24A9-CCB6-4F8D-B8DB-C2F3692CFA5A}" type="datetimeFigureOut">
              <a:rPr lang="en-US" smtClean="0"/>
              <a:t>12/12/2024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40349136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AC24A9-CCB6-4F8D-B8DB-C2F3692CFA5A}" type="datetimeFigureOut">
              <a:rPr lang="en-US" smtClean="0"/>
              <a:t>12/12/2024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22881204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12/12/2024</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45431570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1060984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46924012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9834366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3140177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AC24A9-CCB6-4F8D-B8DB-C2F3692CFA5A}" type="datetimeFigureOut">
              <a:rPr lang="en-US" smtClean="0"/>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21694536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2AC24A9-CCB6-4F8D-B8DB-C2F3692CFA5A}" type="datetimeFigureOut">
              <a:rPr lang="en-US" smtClean="0"/>
              <a:t>12/12/2024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65344186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2AC24A9-CCB6-4F8D-B8DB-C2F3692CFA5A}" type="datetimeFigureOut">
              <a:rPr lang="en-US" smtClean="0"/>
              <a:t>12/12/2024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78366941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61779691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199105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theme" Target="../theme/theme3.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18" Type="http://schemas.openxmlformats.org/officeDocument/2006/relationships/slideLayout" Target="../slideLayouts/slideLayout61.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0" Type="http://schemas.openxmlformats.org/officeDocument/2006/relationships/image" Target="../media/image1.png"/><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10" Type="http://schemas.openxmlformats.org/officeDocument/2006/relationships/slideLayout" Target="../slideLayouts/slideLayout53.xml"/><Relationship Id="rId19" Type="http://schemas.openxmlformats.org/officeDocument/2006/relationships/theme" Target="../theme/theme4.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slideLayout" Target="../slideLayouts/slideLayout74.xml"/><Relationship Id="rId18" Type="http://schemas.openxmlformats.org/officeDocument/2006/relationships/theme" Target="../theme/theme5.xml"/><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17" Type="http://schemas.openxmlformats.org/officeDocument/2006/relationships/slideLayout" Target="../slideLayouts/slideLayout78.xml"/><Relationship Id="rId2" Type="http://schemas.openxmlformats.org/officeDocument/2006/relationships/slideLayout" Target="../slideLayouts/slideLayout63.xml"/><Relationship Id="rId16" Type="http://schemas.openxmlformats.org/officeDocument/2006/relationships/slideLayout" Target="../slideLayouts/slideLayout77.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5" Type="http://schemas.openxmlformats.org/officeDocument/2006/relationships/slideLayout" Target="../slideLayouts/slideLayout76.xml"/><Relationship Id="rId10" Type="http://schemas.openxmlformats.org/officeDocument/2006/relationships/slideLayout" Target="../slideLayouts/slideLayout71.xml"/><Relationship Id="rId19" Type="http://schemas.openxmlformats.org/officeDocument/2006/relationships/image" Target="../media/image1.png"/><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12/12/2024</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1182963695"/>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1" r:id="rId6"/>
    <p:sldLayoutId id="2147483727" r:id="rId7"/>
    <p:sldLayoutId id="2147483728" r:id="rId8"/>
    <p:sldLayoutId id="2147483729" r:id="rId9"/>
    <p:sldLayoutId id="2147483730" r:id="rId10"/>
    <p:sldLayoutId id="2147483732" r:id="rId11"/>
  </p:sldLayoutIdLst>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2AC24A9-CCB6-4F8D-B8DB-C2F3692CFA5A}" type="datetimeFigureOut">
              <a:rPr lang="en-US" smtClean="0"/>
              <a:t>12/12/2024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3434220307"/>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2AC24A9-CCB6-4F8D-B8DB-C2F3692CFA5A}" type="datetimeFigureOut">
              <a:rPr lang="en-US" smtClean="0"/>
              <a:t>12/12/2024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2100087868"/>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02AC24A9-CCB6-4F8D-B8DB-C2F3692CFA5A}" type="datetimeFigureOut">
              <a:rPr lang="en-US" smtClean="0"/>
              <a:t>12/12/2024</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2301038713"/>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 id="2147483797" r:id="rId12"/>
    <p:sldLayoutId id="2147483798" r:id="rId13"/>
    <p:sldLayoutId id="2147483799" r:id="rId14"/>
    <p:sldLayoutId id="2147483800" r:id="rId15"/>
    <p:sldLayoutId id="2147483801" r:id="rId16"/>
    <p:sldLayoutId id="2147483802" r:id="rId17"/>
    <p:sldLayoutId id="2147483803"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2AC24A9-CCB6-4F8D-B8DB-C2F3692CFA5A}" type="datetimeFigureOut">
              <a:rPr lang="en-US" smtClean="0"/>
              <a:t>12/12/2024</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2211001037"/>
      </p:ext>
    </p:extLst>
  </p:cSld>
  <p:clrMap bg1="dk1" tx1="lt1" bg2="dk2" tx2="lt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 id="2147483854" r:id="rId14"/>
    <p:sldLayoutId id="2147483855" r:id="rId15"/>
    <p:sldLayoutId id="2147483856" r:id="rId16"/>
    <p:sldLayoutId id="214748385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microsoft.com/office/2007/relationships/hdphoto" Target="../media/hdphoto1.wdp"/><Relationship Id="rId7" Type="http://schemas.openxmlformats.org/officeDocument/2006/relationships/diagramLayout" Target="../diagrams/layout1.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Data" Target="../diagrams/data1.xml"/><Relationship Id="rId11" Type="http://schemas.openxmlformats.org/officeDocument/2006/relationships/image" Target="../media/image10.png"/><Relationship Id="rId5" Type="http://schemas.microsoft.com/office/2007/relationships/hdphoto" Target="../media/hdphoto2.wdp"/><Relationship Id="rId10" Type="http://schemas.microsoft.com/office/2007/relationships/diagramDrawing" Target="../diagrams/drawing1.xml"/><Relationship Id="rId4" Type="http://schemas.openxmlformats.org/officeDocument/2006/relationships/image" Target="../media/image9.png"/><Relationship Id="rId9" Type="http://schemas.openxmlformats.org/officeDocument/2006/relationships/diagramColors" Target="../diagrams/colors1.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10.png"/><Relationship Id="rId7" Type="http://schemas.openxmlformats.org/officeDocument/2006/relationships/diagramQuickStyle" Target="../diagrams/quickStyle2.xml"/><Relationship Id="rId2" Type="http://schemas.openxmlformats.org/officeDocument/2006/relationships/image" Target="../media/image11.jpg"/><Relationship Id="rId1" Type="http://schemas.openxmlformats.org/officeDocument/2006/relationships/slideLayout" Target="../slideLayouts/slideLayout7.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12.png"/><Relationship Id="rId9" Type="http://schemas.microsoft.com/office/2007/relationships/diagramDrawing" Target="../diagrams/drawing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2.png"/><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6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cxnSp>
        <p:nvCxnSpPr>
          <p:cNvPr id="42" name="Straight Connector 41">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close-up of a building&#10;&#10;Description automatically generated">
            <a:extLst>
              <a:ext uri="{FF2B5EF4-FFF2-40B4-BE49-F238E27FC236}">
                <a16:creationId xmlns:a16="http://schemas.microsoft.com/office/drawing/2014/main" id="{F8A46371-2D61-E516-4CA0-2DB78FDE7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 y="10"/>
            <a:ext cx="12191979" cy="6857990"/>
          </a:xfrm>
          <a:prstGeom prst="rect">
            <a:avLst/>
          </a:prstGeom>
        </p:spPr>
      </p:pic>
      <p:sp>
        <p:nvSpPr>
          <p:cNvPr id="43" name="Rectangle 42">
            <a:extLst>
              <a:ext uri="{FF2B5EF4-FFF2-40B4-BE49-F238E27FC236}">
                <a16:creationId xmlns:a16="http://schemas.microsoft.com/office/drawing/2014/main" id="{5144B498-CCDC-D4DC-B7BB-68A8A7A83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24248" cy="6858001"/>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C8024F9D-91B0-A1D6-16FA-EF88A36FE7EC}"/>
              </a:ext>
            </a:extLst>
          </p:cNvPr>
          <p:cNvSpPr>
            <a:spLocks noGrp="1"/>
          </p:cNvSpPr>
          <p:nvPr>
            <p:ph type="ctrTitle"/>
          </p:nvPr>
        </p:nvSpPr>
        <p:spPr>
          <a:xfrm>
            <a:off x="475488" y="1124712"/>
            <a:ext cx="4023360" cy="3200400"/>
          </a:xfrm>
        </p:spPr>
        <p:txBody>
          <a:bodyPr anchor="b">
            <a:normAutofit/>
          </a:bodyPr>
          <a:lstStyle/>
          <a:p>
            <a:r>
              <a:rPr lang="en-IN" sz="4400" b="1" dirty="0">
                <a:latin typeface="Times New Roman" panose="02020603050405020304" pitchFamily="18" charset="0"/>
                <a:cs typeface="Times New Roman" panose="02020603050405020304" pitchFamily="18" charset="0"/>
              </a:rPr>
              <a:t>Annual Company  Report </a:t>
            </a:r>
            <a:br>
              <a:rPr lang="en-IN" sz="4400" b="1" dirty="0">
                <a:latin typeface="Times New Roman" panose="02020603050405020304" pitchFamily="18" charset="0"/>
                <a:cs typeface="Times New Roman" panose="02020603050405020304" pitchFamily="18" charset="0"/>
              </a:rPr>
            </a:br>
            <a:r>
              <a:rPr lang="en-IN" sz="4400" b="1" dirty="0">
                <a:latin typeface="Times New Roman" panose="02020603050405020304" pitchFamily="18" charset="0"/>
                <a:cs typeface="Times New Roman" panose="02020603050405020304" pitchFamily="18" charset="0"/>
              </a:rPr>
              <a:t>2023 - 2024</a:t>
            </a:r>
            <a:br>
              <a:rPr lang="en-IN" sz="4400" b="1" dirty="0">
                <a:latin typeface="Times New Roman" panose="02020603050405020304" pitchFamily="18" charset="0"/>
                <a:cs typeface="Times New Roman" panose="02020603050405020304" pitchFamily="18" charset="0"/>
              </a:rPr>
            </a:br>
            <a:endParaRPr lang="en-US" sz="4400" dirty="0"/>
          </a:p>
        </p:txBody>
      </p:sp>
      <p:sp>
        <p:nvSpPr>
          <p:cNvPr id="3" name="Subtitle 2">
            <a:extLst>
              <a:ext uri="{FF2B5EF4-FFF2-40B4-BE49-F238E27FC236}">
                <a16:creationId xmlns:a16="http://schemas.microsoft.com/office/drawing/2014/main" id="{349E7549-15B1-EECB-52BD-F761BF94588D}"/>
              </a:ext>
            </a:extLst>
          </p:cNvPr>
          <p:cNvSpPr>
            <a:spLocks noGrp="1"/>
          </p:cNvSpPr>
          <p:nvPr>
            <p:ph type="subTitle" idx="1"/>
          </p:nvPr>
        </p:nvSpPr>
        <p:spPr>
          <a:xfrm>
            <a:off x="475488" y="4873752"/>
            <a:ext cx="4023360" cy="1207008"/>
          </a:xfrm>
        </p:spPr>
        <p:txBody>
          <a:bodyPr anchor="t">
            <a:normAutofit/>
          </a:bodyPr>
          <a:lstStyle/>
          <a:p>
            <a:r>
              <a:rPr lang="en-IN" sz="2000" b="1">
                <a:latin typeface="Agency FB" panose="020B0503020202020204" pitchFamily="34" charset="0"/>
              </a:rPr>
              <a:t>FIN ACC 510-B</a:t>
            </a:r>
          </a:p>
          <a:p>
            <a:r>
              <a:rPr lang="en-IN" sz="2000" b="1">
                <a:latin typeface="Agency FB" panose="020B0503020202020204" pitchFamily="34" charset="0"/>
              </a:rPr>
              <a:t>Presented by :- Niket Shah</a:t>
            </a:r>
          </a:p>
          <a:p>
            <a:endParaRPr lang="en-US" sz="2000" dirty="0"/>
          </a:p>
        </p:txBody>
      </p:sp>
      <p:sp>
        <p:nvSpPr>
          <p:cNvPr id="44" name="Rectangle 43">
            <a:extLst>
              <a:ext uri="{FF2B5EF4-FFF2-40B4-BE49-F238E27FC236}">
                <a16:creationId xmlns:a16="http://schemas.microsoft.com/office/drawing/2014/main" id="{2165A4AE-FFE9-B2D5-017C-17337DDB3F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Rectangle 44">
            <a:extLst>
              <a:ext uri="{FF2B5EF4-FFF2-40B4-BE49-F238E27FC236}">
                <a16:creationId xmlns:a16="http://schemas.microsoft.com/office/drawing/2014/main" id="{90E701D1-A34F-CF86-7316-8761C7835E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716896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p!!Rectangle">
            <a:extLst>
              <a:ext uri="{FF2B5EF4-FFF2-40B4-BE49-F238E27FC236}">
                <a16:creationId xmlns:a16="http://schemas.microsoft.com/office/drawing/2014/main" id="{D0D0518B-D51A-4AC9-8054-5C1EF2EB9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parking lot with cars parked in front of a building&#10;&#10;Description automatically generated">
            <a:extLst>
              <a:ext uri="{FF2B5EF4-FFF2-40B4-BE49-F238E27FC236}">
                <a16:creationId xmlns:a16="http://schemas.microsoft.com/office/drawing/2014/main" id="{359F197E-87CB-0CC7-08A7-1B27A46E8D6F}"/>
              </a:ext>
            </a:extLst>
          </p:cNvPr>
          <p:cNvPicPr>
            <a:picLocks noChangeAspect="1"/>
          </p:cNvPicPr>
          <p:nvPr/>
        </p:nvPicPr>
        <p:blipFill>
          <a:blip r:embed="rId2">
            <a:extLst>
              <a:ext uri="{28A0092B-C50C-407E-A947-70E740481C1C}">
                <a14:useLocalDpi xmlns:a14="http://schemas.microsoft.com/office/drawing/2010/main" val="0"/>
              </a:ext>
            </a:extLst>
          </a:blip>
          <a:srcRect r="6666"/>
          <a:stretch/>
        </p:blipFill>
        <p:spPr>
          <a:xfrm>
            <a:off x="20" y="10"/>
            <a:ext cx="12191980" cy="6857990"/>
          </a:xfrm>
          <a:prstGeom prst="rect">
            <a:avLst/>
          </a:prstGeom>
        </p:spPr>
      </p:pic>
      <p:sp useBgFill="1">
        <p:nvSpPr>
          <p:cNvPr id="55" name="m!!text rectangle">
            <a:extLst>
              <a:ext uri="{FF2B5EF4-FFF2-40B4-BE49-F238E27FC236}">
                <a16:creationId xmlns:a16="http://schemas.microsoft.com/office/drawing/2014/main" id="{494CEDA0-FD8E-491B-8792-69F93BDA39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0275" y="633619"/>
            <a:ext cx="4279383" cy="5495925"/>
          </a:xfrm>
          <a:prstGeom prst="rect">
            <a:avLst/>
          </a:prstGeom>
          <a:ln w="9525">
            <a:solidFill>
              <a:schemeClr val="tx2">
                <a:lumMod val="10000"/>
                <a:lumOff val="9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Title 1">
            <a:extLst>
              <a:ext uri="{FF2B5EF4-FFF2-40B4-BE49-F238E27FC236}">
                <a16:creationId xmlns:a16="http://schemas.microsoft.com/office/drawing/2014/main" id="{EC0082CD-3C9F-C296-8BDF-209B0D312BEE}"/>
              </a:ext>
            </a:extLst>
          </p:cNvPr>
          <p:cNvSpPr>
            <a:spLocks noGrp="1"/>
          </p:cNvSpPr>
          <p:nvPr>
            <p:ph type="title"/>
          </p:nvPr>
        </p:nvSpPr>
        <p:spPr>
          <a:xfrm>
            <a:off x="688070" y="873070"/>
            <a:ext cx="3987800" cy="1106424"/>
          </a:xfrm>
        </p:spPr>
        <p:txBody>
          <a:bodyPr>
            <a:normAutofit/>
          </a:bodyPr>
          <a:lstStyle/>
          <a:p>
            <a:r>
              <a:rPr lang="en-IN" sz="2600" dirty="0">
                <a:latin typeface="Times New Roman" panose="02020603050405020304" pitchFamily="18" charset="0"/>
                <a:cs typeface="Times New Roman" panose="02020603050405020304" pitchFamily="18" charset="0"/>
              </a:rPr>
              <a:t>ABOUT THE COMPANY</a:t>
            </a:r>
            <a:endParaRPr lang="en-US" sz="2600" dirty="0"/>
          </a:p>
        </p:txBody>
      </p:sp>
      <p:sp>
        <p:nvSpPr>
          <p:cNvPr id="56" name="m!!accent">
            <a:extLst>
              <a:ext uri="{FF2B5EF4-FFF2-40B4-BE49-F238E27FC236}">
                <a16:creationId xmlns:a16="http://schemas.microsoft.com/office/drawing/2014/main" id="{0FD3EBBB-DFE8-4525-B1BF-BE7BBC8DFA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267" y="1156819"/>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7" name="Rectangle 56">
            <a:extLst>
              <a:ext uri="{FF2B5EF4-FFF2-40B4-BE49-F238E27FC236}">
                <a16:creationId xmlns:a16="http://schemas.microsoft.com/office/drawing/2014/main" id="{A9362A14-6FB8-4FFC-AAA0-2E5AFF8A8D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824" y="2113280"/>
            <a:ext cx="352044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Content Placeholder 9">
            <a:extLst>
              <a:ext uri="{FF2B5EF4-FFF2-40B4-BE49-F238E27FC236}">
                <a16:creationId xmlns:a16="http://schemas.microsoft.com/office/drawing/2014/main" id="{986FB13B-D185-09B0-6D3C-218A23AFAFB9}"/>
              </a:ext>
            </a:extLst>
          </p:cNvPr>
          <p:cNvSpPr>
            <a:spLocks noGrp="1"/>
          </p:cNvSpPr>
          <p:nvPr>
            <p:ph idx="1"/>
          </p:nvPr>
        </p:nvSpPr>
        <p:spPr>
          <a:xfrm>
            <a:off x="843645" y="2218945"/>
            <a:ext cx="3666744" cy="3596585"/>
          </a:xfrm>
        </p:spPr>
        <p:txBody>
          <a:bodyPr>
            <a:normAutofit fontScale="92500" lnSpcReduction="20000"/>
          </a:bodyPr>
          <a:lstStyle/>
          <a:p>
            <a:pPr marL="342900" indent="-342900">
              <a:lnSpc>
                <a:spcPct val="1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Walmart was founded in the year 1962, by Sam Walton in Rogers, Arkansas, USA.</a:t>
            </a:r>
          </a:p>
          <a:p>
            <a:pPr marL="342900" indent="-342900">
              <a:lnSpc>
                <a:spcPct val="1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Walmart has its headquarters in Bentonville, Arkansas, USA.</a:t>
            </a:r>
          </a:p>
          <a:p>
            <a:pPr marL="342900" indent="-342900">
              <a:lnSpc>
                <a:spcPct val="1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As of 2024, the CEO of Walmart is Doug McMillon.</a:t>
            </a:r>
          </a:p>
          <a:p>
            <a:pPr marL="342900" indent="-342900">
              <a:lnSpc>
                <a:spcPct val="1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It employs more than 2.3 million people globally, ranking among the biggest private employers.</a:t>
            </a:r>
          </a:p>
          <a:p>
            <a:pPr marL="342900" indent="-342900">
              <a:lnSpc>
                <a:spcPct val="1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Walmart consistently ranks as the world's largest retailer by revenue, with annual sales exceeding $600 billion.</a:t>
            </a:r>
          </a:p>
          <a:p>
            <a:pPr marL="342900" indent="-342900">
              <a:lnSpc>
                <a:spcPct val="100000"/>
              </a:lnSpc>
              <a:buFont typeface="Arial" panose="020B0604020202020204" pitchFamily="34" charset="0"/>
              <a:buChar char="•"/>
            </a:pPr>
            <a:r>
              <a:rPr lang="en-US" sz="1600" b="0" i="0" dirty="0">
                <a:effectLst/>
                <a:latin typeface="Times New Roman" panose="02020603050405020304" pitchFamily="18" charset="0"/>
                <a:cs typeface="Times New Roman" panose="02020603050405020304" pitchFamily="18" charset="0"/>
              </a:rPr>
              <a:t>The business aim of Walmart Inc. is to "save money, live better."</a:t>
            </a:r>
            <a:endParaRPr lang="en-US" sz="1600" dirty="0">
              <a:latin typeface="Times New Roman" panose="02020603050405020304" pitchFamily="18" charset="0"/>
              <a:cs typeface="Times New Roman" panose="02020603050405020304" pitchFamily="18" charset="0"/>
            </a:endParaRPr>
          </a:p>
          <a:p>
            <a:pPr marL="342900" indent="-342900">
              <a:lnSpc>
                <a:spcPct val="100000"/>
              </a:lnSpc>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a:lnSpc>
                <a:spcPct val="100000"/>
              </a:lnSpc>
            </a:pPr>
            <a:endParaRPr lang="en-US" sz="1400" dirty="0"/>
          </a:p>
        </p:txBody>
      </p:sp>
    </p:spTree>
    <p:extLst>
      <p:ext uri="{BB962C8B-B14F-4D97-AF65-F5344CB8AC3E}">
        <p14:creationId xmlns:p14="http://schemas.microsoft.com/office/powerpoint/2010/main" val="273356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8108D317-7CBD-4897-BD1F-959436D2A3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omputer monitor with a logo&#10;&#10;Description automatically generated">
            <a:extLst>
              <a:ext uri="{FF2B5EF4-FFF2-40B4-BE49-F238E27FC236}">
                <a16:creationId xmlns:a16="http://schemas.microsoft.com/office/drawing/2014/main" id="{6BAE7F40-9625-D941-00F2-8EBCAE76402A}"/>
              </a:ext>
            </a:extLst>
          </p:cNvPr>
          <p:cNvPicPr>
            <a:picLocks noChangeAspect="1"/>
          </p:cNvPicPr>
          <p:nvPr/>
        </p:nvPicPr>
        <p:blipFill>
          <a:blip r:embed="rId2">
            <a:extLst>
              <a:ext uri="{28A0092B-C50C-407E-A947-70E740481C1C}">
                <a14:useLocalDpi xmlns:a14="http://schemas.microsoft.com/office/drawing/2010/main" val="0"/>
              </a:ext>
            </a:extLst>
          </a:blip>
          <a:srcRect l="27460" r="17443"/>
          <a:stretch/>
        </p:blipFill>
        <p:spPr>
          <a:xfrm>
            <a:off x="20" y="10"/>
            <a:ext cx="6717436" cy="6857990"/>
          </a:xfrm>
          <a:custGeom>
            <a:avLst/>
            <a:gdLst/>
            <a:ahLst/>
            <a:cxnLst/>
            <a:rect l="l" t="t" r="r" b="b"/>
            <a:pathLst>
              <a:path w="6717456" h="6858000">
                <a:moveTo>
                  <a:pt x="0" y="0"/>
                </a:moveTo>
                <a:lnTo>
                  <a:pt x="6149468" y="0"/>
                </a:lnTo>
                <a:lnTo>
                  <a:pt x="6202448" y="162605"/>
                </a:lnTo>
                <a:cubicBezTo>
                  <a:pt x="6535625" y="1263763"/>
                  <a:pt x="6717456" y="2453207"/>
                  <a:pt x="6717456" y="3694043"/>
                </a:cubicBezTo>
                <a:cubicBezTo>
                  <a:pt x="6717456" y="4757617"/>
                  <a:pt x="6583866" y="5783433"/>
                  <a:pt x="6335883" y="6748259"/>
                </a:cubicBezTo>
                <a:lnTo>
                  <a:pt x="6305198" y="6858000"/>
                </a:lnTo>
                <a:lnTo>
                  <a:pt x="0" y="6858000"/>
                </a:lnTo>
                <a:close/>
              </a:path>
            </a:pathLst>
          </a:custGeom>
          <a:effectLst>
            <a:outerShdw blurRad="50800" dist="38100" algn="l" rotWithShape="0">
              <a:schemeClr val="bg1">
                <a:lumMod val="85000"/>
                <a:alpha val="30000"/>
              </a:schemeClr>
            </a:outerShdw>
          </a:effectLst>
        </p:spPr>
      </p:pic>
      <p:sp>
        <p:nvSpPr>
          <p:cNvPr id="23" name="Rectangle 22">
            <a:extLst>
              <a:ext uri="{FF2B5EF4-FFF2-40B4-BE49-F238E27FC236}">
                <a16:creationId xmlns:a16="http://schemas.microsoft.com/office/drawing/2014/main" id="{D6297641-8B9F-4767-9606-8A1131322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89864"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D8F3CA65-EA00-46B4-9616-39E6853F7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31572" y="2240371"/>
            <a:ext cx="420624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CC2A074-C9C0-7B90-AC5D-8CF53F60866E}"/>
              </a:ext>
            </a:extLst>
          </p:cNvPr>
          <p:cNvSpPr>
            <a:spLocks noGrp="1"/>
          </p:cNvSpPr>
          <p:nvPr>
            <p:ph idx="1"/>
          </p:nvPr>
        </p:nvSpPr>
        <p:spPr>
          <a:xfrm>
            <a:off x="7020561" y="2395184"/>
            <a:ext cx="4868334" cy="3994258"/>
          </a:xfrm>
        </p:spPr>
        <p:txBody>
          <a:bodyPr anchor="t">
            <a:normAutofit lnSpcReduction="10000"/>
          </a:bodyPr>
          <a:lstStyle/>
          <a:p>
            <a:r>
              <a:rPr lang="en-US" sz="1700" b="1" kern="100" dirty="0">
                <a:effectLst/>
                <a:latin typeface="Times New Roman" panose="02020603050405020304" pitchFamily="18" charset="0"/>
                <a:ea typeface="Aptos" panose="020B0004020202020204" pitchFamily="34" charset="0"/>
                <a:cs typeface="Times New Roman" panose="02020603050405020304" pitchFamily="18" charset="0"/>
              </a:rPr>
              <a:t>Walmart U.S:</a:t>
            </a: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 This is Walmart’s primary retail segment, including its hypermarkets and discount stores across the United States. It is </a:t>
            </a:r>
            <a:r>
              <a:rPr lang="en-US" sz="1700" kern="100" dirty="0">
                <a:solidFill>
                  <a:srgbClr val="001D35"/>
                </a:solidFill>
                <a:latin typeface="Times New Roman" panose="02020603050405020304" pitchFamily="18" charset="0"/>
                <a:ea typeface="Aptos" panose="020B0004020202020204" pitchFamily="34" charset="0"/>
                <a:cs typeface="Times New Roman" panose="02020603050405020304" pitchFamily="18" charset="0"/>
              </a:rPr>
              <a:t>t</a:t>
            </a:r>
            <a:r>
              <a:rPr lang="en-US" sz="1700" b="0" i="0" dirty="0">
                <a:solidFill>
                  <a:srgbClr val="001D35"/>
                </a:solidFill>
                <a:effectLst/>
                <a:latin typeface="Times New Roman" panose="02020603050405020304" pitchFamily="18" charset="0"/>
                <a:cs typeface="Times New Roman" panose="02020603050405020304" pitchFamily="18" charset="0"/>
              </a:rPr>
              <a:t>he largest business segment, accounting for 75% of Walmart's operating income. </a:t>
            </a:r>
            <a:endParaRPr lang="en-US" sz="1700" kern="100" dirty="0">
              <a:effectLst/>
              <a:latin typeface="Times New Roman" panose="02020603050405020304" pitchFamily="18" charset="0"/>
              <a:ea typeface="Aptos" panose="020B0004020202020204" pitchFamily="34" charset="0"/>
              <a:cs typeface="Times New Roman" panose="02020603050405020304" pitchFamily="18" charset="0"/>
            </a:endParaRPr>
          </a:p>
          <a:p>
            <a:r>
              <a:rPr lang="en-US" sz="1700" b="1" kern="100" dirty="0">
                <a:latin typeface="Times New Roman" panose="02020603050405020304" pitchFamily="18" charset="0"/>
                <a:cs typeface="Times New Roman" panose="02020603050405020304" pitchFamily="18" charset="0"/>
              </a:rPr>
              <a:t>Walmart International: </a:t>
            </a:r>
            <a:r>
              <a:rPr lang="en-US" sz="1700" b="0" i="0" dirty="0">
                <a:solidFill>
                  <a:srgbClr val="001D35"/>
                </a:solidFill>
                <a:effectLst/>
                <a:latin typeface="Times New Roman" panose="02020603050405020304" pitchFamily="18" charset="0"/>
                <a:cs typeface="Times New Roman" panose="02020603050405020304" pitchFamily="18" charset="0"/>
              </a:rPr>
              <a:t>It is Walmart's global operations outside of the United States and Canada</a:t>
            </a:r>
            <a:r>
              <a:rPr lang="en-US" sz="1700" dirty="0">
                <a:solidFill>
                  <a:srgbClr val="001D35"/>
                </a:solidFill>
                <a:latin typeface="Times New Roman" panose="02020603050405020304" pitchFamily="18" charset="0"/>
                <a:cs typeface="Times New Roman" panose="02020603050405020304" pitchFamily="18" charset="0"/>
              </a:rPr>
              <a:t>. </a:t>
            </a:r>
            <a:r>
              <a:rPr lang="en-US" sz="1700" b="0" i="0" dirty="0">
                <a:solidFill>
                  <a:srgbClr val="001D35"/>
                </a:solidFill>
                <a:effectLst/>
                <a:latin typeface="Times New Roman" panose="02020603050405020304" pitchFamily="18" charset="0"/>
                <a:cs typeface="Times New Roman" panose="02020603050405020304" pitchFamily="18" charset="0"/>
              </a:rPr>
              <a:t>Walmart has over 10,500 stores and clubs in 24 countries.</a:t>
            </a:r>
            <a:endParaRPr lang="en-US" sz="1700" b="0" i="0" dirty="0">
              <a:effectLst/>
              <a:latin typeface="Times New Roman" panose="02020603050405020304" pitchFamily="18" charset="0"/>
              <a:cs typeface="Times New Roman" panose="02020603050405020304" pitchFamily="18" charset="0"/>
            </a:endParaRPr>
          </a:p>
          <a:p>
            <a:r>
              <a:rPr lang="en-US" sz="1700" b="1" kern="100" dirty="0">
                <a:latin typeface="Times New Roman" panose="02020603050405020304" pitchFamily="18" charset="0"/>
                <a:cs typeface="Times New Roman" panose="02020603050405020304" pitchFamily="18" charset="0"/>
              </a:rPr>
              <a:t>Sam’s Club: </a:t>
            </a: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A membership-based warehouse club offering a wide variety of products, including bulk items and exclusive brands </a:t>
            </a:r>
            <a:r>
              <a:rPr lang="en-IN" sz="1700" dirty="0">
                <a:latin typeface="Times New Roman" panose="02020603050405020304" pitchFamily="18" charset="0"/>
                <a:cs typeface="Times New Roman" panose="02020603050405020304" pitchFamily="18" charset="0"/>
              </a:rPr>
              <a:t>at </a:t>
            </a:r>
            <a:r>
              <a:rPr lang="en-IN" sz="1700" kern="100" dirty="0">
                <a:latin typeface="Times New Roman" panose="02020603050405020304" pitchFamily="18" charset="0"/>
                <a:cs typeface="Times New Roman" panose="02020603050405020304" pitchFamily="18" charset="0"/>
              </a:rPr>
              <a:t>lower prices to individuals and businesses.</a:t>
            </a:r>
            <a:endParaRPr lang="en-US" sz="1700" kern="100"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FF75023B-F893-F67E-C6F6-9DEABDE218E0}"/>
              </a:ext>
            </a:extLst>
          </p:cNvPr>
          <p:cNvSpPr>
            <a:spLocks noGrp="1"/>
          </p:cNvSpPr>
          <p:nvPr>
            <p:ph type="title"/>
          </p:nvPr>
        </p:nvSpPr>
        <p:spPr>
          <a:xfrm>
            <a:off x="7255565" y="834888"/>
            <a:ext cx="4206240" cy="1268958"/>
          </a:xfrm>
        </p:spPr>
        <p:txBody>
          <a:bodyPr anchor="b">
            <a:normAutofit/>
          </a:bodyPr>
          <a:lstStyle/>
          <a:p>
            <a:r>
              <a:rPr lang="en-US" sz="3200" dirty="0"/>
              <a:t>Business Segments</a:t>
            </a:r>
          </a:p>
        </p:txBody>
      </p:sp>
    </p:spTree>
    <p:extLst>
      <p:ext uri="{BB962C8B-B14F-4D97-AF65-F5344CB8AC3E}">
        <p14:creationId xmlns:p14="http://schemas.microsoft.com/office/powerpoint/2010/main" val="2377759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B23FE733-F95B-4DF6-AFC5-BEEB3577C4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ectangle 29">
            <a:extLst>
              <a:ext uri="{FF2B5EF4-FFF2-40B4-BE49-F238E27FC236}">
                <a16:creationId xmlns:a16="http://schemas.microsoft.com/office/drawing/2014/main" id="{9080D120-BD54-46E1-BA37-82F5E8089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3" y="633619"/>
            <a:ext cx="6852464"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E3B987B-6C83-4844-7100-30E31CC608B5}"/>
              </a:ext>
            </a:extLst>
          </p:cNvPr>
          <p:cNvSpPr>
            <a:spLocks noGrp="1"/>
          </p:cNvSpPr>
          <p:nvPr>
            <p:ph type="title"/>
          </p:nvPr>
        </p:nvSpPr>
        <p:spPr>
          <a:xfrm>
            <a:off x="838196" y="978408"/>
            <a:ext cx="6007608" cy="1106424"/>
          </a:xfrm>
        </p:spPr>
        <p:txBody>
          <a:bodyPr>
            <a:normAutofit/>
          </a:bodyPr>
          <a:lstStyle/>
          <a:p>
            <a:r>
              <a:rPr lang="en-US" sz="2800"/>
              <a:t>Key Business Metrics</a:t>
            </a:r>
          </a:p>
        </p:txBody>
      </p:sp>
      <p:sp>
        <p:nvSpPr>
          <p:cNvPr id="32" name="Rectangle 31">
            <a:extLst>
              <a:ext uri="{FF2B5EF4-FFF2-40B4-BE49-F238E27FC236}">
                <a16:creationId xmlns:a16="http://schemas.microsoft.com/office/drawing/2014/main" id="{81D83946-74FA-498A-AC80-9926F041B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5" y="1181536"/>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5060D983-8B52-443A-8183-2A1DE0561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4" y="2121408"/>
            <a:ext cx="582472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Walmart Statistics (2024): Revenue, Customers &amp; Market Share">
            <a:extLst>
              <a:ext uri="{FF2B5EF4-FFF2-40B4-BE49-F238E27FC236}">
                <a16:creationId xmlns:a16="http://schemas.microsoft.com/office/drawing/2014/main" id="{EC933004-C7CA-432D-EF01-32015452822D}"/>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rcRect b="6797"/>
          <a:stretch/>
        </p:blipFill>
        <p:spPr bwMode="auto">
          <a:xfrm>
            <a:off x="7680960" y="785592"/>
            <a:ext cx="4233672" cy="2347814"/>
          </a:xfrm>
          <a:prstGeom prst="rect">
            <a:avLst/>
          </a:prstGeom>
          <a:solidFill>
            <a:schemeClr val="accent3">
              <a:lumMod val="20000"/>
              <a:lumOff val="80000"/>
            </a:schemeClr>
          </a:solidFill>
        </p:spPr>
      </p:pic>
      <p:pic>
        <p:nvPicPr>
          <p:cNvPr id="4" name="Picture 3" descr="A blue pie chart with a number of numbers&#10;&#10;Description automatically generated">
            <a:extLst>
              <a:ext uri="{FF2B5EF4-FFF2-40B4-BE49-F238E27FC236}">
                <a16:creationId xmlns:a16="http://schemas.microsoft.com/office/drawing/2014/main" id="{B684E5A3-FF3E-D449-0E38-4AFA783B7D7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colorTemperature colorTemp="5900"/>
                    </a14:imgEffect>
                  </a14:imgLayer>
                </a14:imgProps>
              </a:ext>
            </a:extLst>
          </a:blip>
          <a:srcRect l="3546" r="5736" b="16704"/>
          <a:stretch/>
        </p:blipFill>
        <p:spPr>
          <a:xfrm>
            <a:off x="7680960" y="3472468"/>
            <a:ext cx="4233672" cy="2651760"/>
          </a:xfrm>
          <a:prstGeom prst="rect">
            <a:avLst/>
          </a:prstGeom>
        </p:spPr>
      </p:pic>
      <p:graphicFrame>
        <p:nvGraphicFramePr>
          <p:cNvPr id="26" name="Content Placeholder 2">
            <a:extLst>
              <a:ext uri="{FF2B5EF4-FFF2-40B4-BE49-F238E27FC236}">
                <a16:creationId xmlns:a16="http://schemas.microsoft.com/office/drawing/2014/main" id="{CDAE5D26-F64D-16FF-A535-9522389B7F11}"/>
              </a:ext>
            </a:extLst>
          </p:cNvPr>
          <p:cNvGraphicFramePr>
            <a:graphicFrameLocks noGrp="1"/>
          </p:cNvGraphicFramePr>
          <p:nvPr>
            <p:ph idx="1"/>
            <p:extLst>
              <p:ext uri="{D42A27DB-BD31-4B8C-83A1-F6EECF244321}">
                <p14:modId xmlns:p14="http://schemas.microsoft.com/office/powerpoint/2010/main" val="4175268814"/>
              </p:ext>
            </p:extLst>
          </p:nvPr>
        </p:nvGraphicFramePr>
        <p:xfrm>
          <a:off x="762000" y="2359152"/>
          <a:ext cx="6086852" cy="3493008"/>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7" name="Picture 6">
            <a:extLst>
              <a:ext uri="{FF2B5EF4-FFF2-40B4-BE49-F238E27FC236}">
                <a16:creationId xmlns:a16="http://schemas.microsoft.com/office/drawing/2014/main" id="{C9108957-D93C-F814-C1C8-D3BEBF5E3E6F}"/>
              </a:ext>
            </a:extLst>
          </p:cNvPr>
          <p:cNvPicPr>
            <a:picLocks noChangeAspect="1"/>
          </p:cNvPicPr>
          <p:nvPr/>
        </p:nvPicPr>
        <p:blipFill>
          <a:blip r:embed="rId11"/>
          <a:stretch>
            <a:fillRect/>
          </a:stretch>
        </p:blipFill>
        <p:spPr>
          <a:xfrm>
            <a:off x="10548979" y="1020"/>
            <a:ext cx="1643021" cy="394710"/>
          </a:xfrm>
          <a:prstGeom prst="rect">
            <a:avLst/>
          </a:prstGeom>
        </p:spPr>
      </p:pic>
    </p:spTree>
    <p:extLst>
      <p:ext uri="{BB962C8B-B14F-4D97-AF65-F5344CB8AC3E}">
        <p14:creationId xmlns:p14="http://schemas.microsoft.com/office/powerpoint/2010/main" val="2734458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Wooden blocks with letters on them&#10;&#10;Description automatically generated">
            <a:extLst>
              <a:ext uri="{FF2B5EF4-FFF2-40B4-BE49-F238E27FC236}">
                <a16:creationId xmlns:a16="http://schemas.microsoft.com/office/drawing/2014/main" id="{6F848F0D-CD55-09E1-5029-9E71C84EB4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 y="-8467"/>
            <a:ext cx="12175870" cy="6858000"/>
          </a:xfrm>
          <a:prstGeom prst="rect">
            <a:avLst/>
          </a:prstGeom>
        </p:spPr>
      </p:pic>
      <p:sp>
        <p:nvSpPr>
          <p:cNvPr id="4" name="TextBox 3">
            <a:extLst>
              <a:ext uri="{FF2B5EF4-FFF2-40B4-BE49-F238E27FC236}">
                <a16:creationId xmlns:a16="http://schemas.microsoft.com/office/drawing/2014/main" id="{691D12C2-9833-EB50-FBBD-41C734352075}"/>
              </a:ext>
            </a:extLst>
          </p:cNvPr>
          <p:cNvSpPr txBox="1"/>
          <p:nvPr/>
        </p:nvSpPr>
        <p:spPr>
          <a:xfrm>
            <a:off x="897467" y="34990"/>
            <a:ext cx="3513665" cy="584775"/>
          </a:xfrm>
          <a:prstGeom prst="rect">
            <a:avLst/>
          </a:prstGeom>
          <a:noFill/>
        </p:spPr>
        <p:txBody>
          <a:bodyPr wrap="square">
            <a:spAutoFit/>
          </a:bodyPr>
          <a:lstStyle/>
          <a:p>
            <a:pPr algn="l">
              <a:spcBef>
                <a:spcPts val="750"/>
              </a:spcBef>
              <a:spcAft>
                <a:spcPts val="750"/>
              </a:spcAft>
            </a:pPr>
            <a:r>
              <a:rPr lang="en-US" sz="3200" b="0" i="0" dirty="0">
                <a:effectLst/>
                <a:latin typeface="Times New Roman" panose="02020603050405020304" pitchFamily="18" charset="0"/>
                <a:cs typeface="Times New Roman" panose="02020603050405020304" pitchFamily="18" charset="0"/>
              </a:rPr>
              <a:t>STOCK PRICE</a:t>
            </a:r>
          </a:p>
        </p:txBody>
      </p:sp>
      <p:pic>
        <p:nvPicPr>
          <p:cNvPr id="6" name="Picture 5">
            <a:extLst>
              <a:ext uri="{FF2B5EF4-FFF2-40B4-BE49-F238E27FC236}">
                <a16:creationId xmlns:a16="http://schemas.microsoft.com/office/drawing/2014/main" id="{4B9686A6-4CED-29A9-E973-DFEF9A847E15}"/>
              </a:ext>
            </a:extLst>
          </p:cNvPr>
          <p:cNvPicPr>
            <a:picLocks noChangeAspect="1"/>
          </p:cNvPicPr>
          <p:nvPr/>
        </p:nvPicPr>
        <p:blipFill>
          <a:blip r:embed="rId3"/>
          <a:stretch>
            <a:fillRect/>
          </a:stretch>
        </p:blipFill>
        <p:spPr>
          <a:xfrm>
            <a:off x="10323007" y="34990"/>
            <a:ext cx="1790652" cy="430176"/>
          </a:xfrm>
          <a:prstGeom prst="rect">
            <a:avLst/>
          </a:prstGeom>
        </p:spPr>
      </p:pic>
      <p:graphicFrame>
        <p:nvGraphicFramePr>
          <p:cNvPr id="8" name="Table 7">
            <a:extLst>
              <a:ext uri="{FF2B5EF4-FFF2-40B4-BE49-F238E27FC236}">
                <a16:creationId xmlns:a16="http://schemas.microsoft.com/office/drawing/2014/main" id="{5A1A312B-23DE-0004-FA04-D507070B9F37}"/>
              </a:ext>
            </a:extLst>
          </p:cNvPr>
          <p:cNvGraphicFramePr>
            <a:graphicFrameLocks noGrp="1"/>
          </p:cNvGraphicFramePr>
          <p:nvPr>
            <p:extLst>
              <p:ext uri="{D42A27DB-BD31-4B8C-83A1-F6EECF244321}">
                <p14:modId xmlns:p14="http://schemas.microsoft.com/office/powerpoint/2010/main" val="1446063771"/>
              </p:ext>
            </p:extLst>
          </p:nvPr>
        </p:nvGraphicFramePr>
        <p:xfrm>
          <a:off x="6468176" y="4879394"/>
          <a:ext cx="4605867" cy="1830383"/>
        </p:xfrm>
        <a:graphic>
          <a:graphicData uri="http://schemas.openxmlformats.org/drawingml/2006/table">
            <a:tbl>
              <a:tblPr firstRow="1" bandRow="1">
                <a:tableStyleId>{5C22544A-7EE6-4342-B048-85BDC9FD1C3A}</a:tableStyleId>
              </a:tblPr>
              <a:tblGrid>
                <a:gridCol w="2954025">
                  <a:extLst>
                    <a:ext uri="{9D8B030D-6E8A-4147-A177-3AD203B41FA5}">
                      <a16:colId xmlns:a16="http://schemas.microsoft.com/office/drawing/2014/main" val="582633308"/>
                    </a:ext>
                  </a:extLst>
                </a:gridCol>
                <a:gridCol w="1651842">
                  <a:extLst>
                    <a:ext uri="{9D8B030D-6E8A-4147-A177-3AD203B41FA5}">
                      <a16:colId xmlns:a16="http://schemas.microsoft.com/office/drawing/2014/main" val="1238076581"/>
                    </a:ext>
                  </a:extLst>
                </a:gridCol>
              </a:tblGrid>
              <a:tr h="361131">
                <a:tc>
                  <a:txBody>
                    <a:bodyPr/>
                    <a:lstStyle/>
                    <a:p>
                      <a:r>
                        <a:rPr lang="en-IN" sz="1800" b="0" i="0" kern="1200" cap="all" dirty="0">
                          <a:solidFill>
                            <a:schemeClr val="tx1"/>
                          </a:solidFill>
                          <a:effectLst/>
                          <a:latin typeface="+mn-lt"/>
                          <a:ea typeface="+mn-ea"/>
                          <a:cs typeface="+mn-cs"/>
                        </a:rPr>
                        <a:t>Market cap</a:t>
                      </a:r>
                      <a:endParaRPr lang="en-IN" dirty="0">
                        <a:solidFill>
                          <a:schemeClr val="tx1"/>
                        </a:solidFill>
                      </a:endParaRPr>
                    </a:p>
                  </a:txBody>
                  <a:tcPr>
                    <a:solidFill>
                      <a:schemeClr val="bg2">
                        <a:lumMod val="90000"/>
                      </a:schemeClr>
                    </a:solidFill>
                  </a:tcPr>
                </a:tc>
                <a:tc>
                  <a:txBody>
                    <a:bodyPr/>
                    <a:lstStyle/>
                    <a:p>
                      <a:r>
                        <a:rPr lang="en-IN" sz="1800" b="0" i="0" kern="1200" dirty="0">
                          <a:solidFill>
                            <a:schemeClr val="tx1"/>
                          </a:solidFill>
                          <a:effectLst/>
                          <a:latin typeface="+mn-lt"/>
                          <a:ea typeface="+mn-ea"/>
                          <a:cs typeface="+mn-cs"/>
                        </a:rPr>
                        <a:t>759.56B USD</a:t>
                      </a:r>
                      <a:endParaRPr lang="en-IN" dirty="0">
                        <a:solidFill>
                          <a:schemeClr val="tx1"/>
                        </a:solidFill>
                      </a:endParaRPr>
                    </a:p>
                  </a:txBody>
                  <a:tcPr>
                    <a:solidFill>
                      <a:schemeClr val="bg2">
                        <a:lumMod val="90000"/>
                      </a:schemeClr>
                    </a:solidFill>
                  </a:tcPr>
                </a:tc>
                <a:extLst>
                  <a:ext uri="{0D108BD9-81ED-4DB2-BD59-A6C34878D82A}">
                    <a16:rowId xmlns:a16="http://schemas.microsoft.com/office/drawing/2014/main" val="3239872571"/>
                  </a:ext>
                </a:extLst>
              </a:tr>
              <a:tr h="361131">
                <a:tc>
                  <a:txBody>
                    <a:bodyPr/>
                    <a:lstStyle/>
                    <a:p>
                      <a:r>
                        <a:rPr lang="en-IN" sz="1800" b="0" i="0" kern="1200" cap="all" dirty="0">
                          <a:solidFill>
                            <a:schemeClr val="dk1"/>
                          </a:solidFill>
                          <a:effectLst/>
                          <a:latin typeface="+mn-lt"/>
                          <a:ea typeface="+mn-ea"/>
                          <a:cs typeface="+mn-cs"/>
                        </a:rPr>
                        <a:t>P/E ratio</a:t>
                      </a:r>
                      <a:endParaRPr lang="en-IN" dirty="0"/>
                    </a:p>
                  </a:txBody>
                  <a:tcPr>
                    <a:solidFill>
                      <a:schemeClr val="bg2">
                        <a:lumMod val="90000"/>
                      </a:schemeClr>
                    </a:solidFill>
                  </a:tcPr>
                </a:tc>
                <a:tc>
                  <a:txBody>
                    <a:bodyPr/>
                    <a:lstStyle/>
                    <a:p>
                      <a:r>
                        <a:rPr lang="en-IN" sz="1800" b="0" i="0" kern="1200" dirty="0">
                          <a:solidFill>
                            <a:schemeClr val="dk1"/>
                          </a:solidFill>
                          <a:effectLst/>
                          <a:latin typeface="+mn-lt"/>
                          <a:ea typeface="+mn-ea"/>
                          <a:cs typeface="+mn-cs"/>
                        </a:rPr>
                        <a:t>39.24</a:t>
                      </a:r>
                      <a:endParaRPr lang="en-IN" dirty="0"/>
                    </a:p>
                  </a:txBody>
                  <a:tcPr>
                    <a:solidFill>
                      <a:schemeClr val="bg2">
                        <a:lumMod val="90000"/>
                      </a:schemeClr>
                    </a:solidFill>
                  </a:tcPr>
                </a:tc>
                <a:extLst>
                  <a:ext uri="{0D108BD9-81ED-4DB2-BD59-A6C34878D82A}">
                    <a16:rowId xmlns:a16="http://schemas.microsoft.com/office/drawing/2014/main" val="4075859118"/>
                  </a:ext>
                </a:extLst>
              </a:tr>
              <a:tr h="361131">
                <a:tc>
                  <a:txBody>
                    <a:bodyPr/>
                    <a:lstStyle/>
                    <a:p>
                      <a:r>
                        <a:rPr lang="en-IN" sz="1800" b="0" i="0" kern="1200" cap="all" dirty="0">
                          <a:solidFill>
                            <a:schemeClr val="dk1"/>
                          </a:solidFill>
                          <a:effectLst/>
                          <a:latin typeface="+mn-lt"/>
                          <a:ea typeface="+mn-ea"/>
                          <a:cs typeface="+mn-cs"/>
                        </a:rPr>
                        <a:t>Dividend yield</a:t>
                      </a:r>
                      <a:endParaRPr lang="en-IN" dirty="0"/>
                    </a:p>
                  </a:txBody>
                  <a:tcPr>
                    <a:solidFill>
                      <a:schemeClr val="bg2">
                        <a:lumMod val="90000"/>
                      </a:schemeClr>
                    </a:solidFill>
                  </a:tcPr>
                </a:tc>
                <a:tc>
                  <a:txBody>
                    <a:bodyPr/>
                    <a:lstStyle/>
                    <a:p>
                      <a:r>
                        <a:rPr lang="en-IN" sz="1800" b="0" i="0" kern="1200" dirty="0">
                          <a:solidFill>
                            <a:schemeClr val="dk1"/>
                          </a:solidFill>
                          <a:effectLst/>
                          <a:latin typeface="+mn-lt"/>
                          <a:ea typeface="+mn-ea"/>
                          <a:cs typeface="+mn-cs"/>
                        </a:rPr>
                        <a:t>0.99%</a:t>
                      </a:r>
                      <a:endParaRPr lang="en-IN" dirty="0"/>
                    </a:p>
                  </a:txBody>
                  <a:tcPr>
                    <a:solidFill>
                      <a:schemeClr val="bg2">
                        <a:lumMod val="90000"/>
                      </a:schemeClr>
                    </a:solidFill>
                  </a:tcPr>
                </a:tc>
                <a:extLst>
                  <a:ext uri="{0D108BD9-81ED-4DB2-BD59-A6C34878D82A}">
                    <a16:rowId xmlns:a16="http://schemas.microsoft.com/office/drawing/2014/main" val="1498304465"/>
                  </a:ext>
                </a:extLst>
              </a:tr>
              <a:tr h="361131">
                <a:tc>
                  <a:txBody>
                    <a:bodyPr/>
                    <a:lstStyle/>
                    <a:p>
                      <a:r>
                        <a:rPr lang="en-IN" sz="1800" b="0" i="0" kern="1200" cap="all" dirty="0">
                          <a:solidFill>
                            <a:schemeClr val="dk1"/>
                          </a:solidFill>
                          <a:effectLst/>
                          <a:latin typeface="+mn-lt"/>
                          <a:ea typeface="+mn-ea"/>
                          <a:cs typeface="+mn-cs"/>
                        </a:rPr>
                        <a:t>Primary exchange</a:t>
                      </a:r>
                      <a:endParaRPr lang="en-IN" dirty="0"/>
                    </a:p>
                  </a:txBody>
                  <a:tcPr>
                    <a:solidFill>
                      <a:schemeClr val="bg2">
                        <a:lumMod val="90000"/>
                      </a:schemeClr>
                    </a:solidFill>
                  </a:tcPr>
                </a:tc>
                <a:tc>
                  <a:txBody>
                    <a:bodyPr/>
                    <a:lstStyle/>
                    <a:p>
                      <a:r>
                        <a:rPr lang="en-IN" sz="1800" b="0" i="0" kern="1200" dirty="0">
                          <a:solidFill>
                            <a:schemeClr val="dk1"/>
                          </a:solidFill>
                          <a:effectLst/>
                          <a:latin typeface="+mn-lt"/>
                          <a:ea typeface="+mn-ea"/>
                          <a:cs typeface="+mn-cs"/>
                        </a:rPr>
                        <a:t>NYSE</a:t>
                      </a:r>
                      <a:endParaRPr lang="en-IN" dirty="0"/>
                    </a:p>
                  </a:txBody>
                  <a:tcPr>
                    <a:solidFill>
                      <a:schemeClr val="bg2">
                        <a:lumMod val="90000"/>
                      </a:schemeClr>
                    </a:solidFill>
                  </a:tcPr>
                </a:tc>
                <a:extLst>
                  <a:ext uri="{0D108BD9-81ED-4DB2-BD59-A6C34878D82A}">
                    <a16:rowId xmlns:a16="http://schemas.microsoft.com/office/drawing/2014/main" val="80072085"/>
                  </a:ext>
                </a:extLst>
              </a:tr>
              <a:tr h="367343">
                <a:tc>
                  <a:txBody>
                    <a:bodyPr/>
                    <a:lstStyle/>
                    <a:p>
                      <a:r>
                        <a:rPr lang="en-IN" sz="1800" b="0" i="0" kern="1200" dirty="0">
                          <a:solidFill>
                            <a:schemeClr val="dk1"/>
                          </a:solidFill>
                          <a:effectLst/>
                          <a:latin typeface="+mn-lt"/>
                          <a:ea typeface="+mn-ea"/>
                          <a:cs typeface="+mn-cs"/>
                        </a:rPr>
                        <a:t>TICKER SYMBOL</a:t>
                      </a:r>
                      <a:endParaRPr lang="en-IN" dirty="0"/>
                    </a:p>
                  </a:txBody>
                  <a:tcPr>
                    <a:solidFill>
                      <a:schemeClr val="bg2">
                        <a:lumMod val="90000"/>
                      </a:schemeClr>
                    </a:solidFill>
                  </a:tcPr>
                </a:tc>
                <a:tc>
                  <a:txBody>
                    <a:bodyPr/>
                    <a:lstStyle/>
                    <a:p>
                      <a:r>
                        <a:rPr lang="en-IN" sz="1800" b="0" i="0" kern="1200" dirty="0">
                          <a:solidFill>
                            <a:schemeClr val="dk1"/>
                          </a:solidFill>
                          <a:effectLst/>
                          <a:latin typeface="+mn-lt"/>
                          <a:ea typeface="+mn-ea"/>
                          <a:cs typeface="+mn-cs"/>
                        </a:rPr>
                        <a:t>WMT</a:t>
                      </a:r>
                      <a:endParaRPr lang="en-IN" dirty="0"/>
                    </a:p>
                  </a:txBody>
                  <a:tcPr>
                    <a:solidFill>
                      <a:schemeClr val="bg2">
                        <a:lumMod val="90000"/>
                      </a:schemeClr>
                    </a:solidFill>
                  </a:tcPr>
                </a:tc>
                <a:extLst>
                  <a:ext uri="{0D108BD9-81ED-4DB2-BD59-A6C34878D82A}">
                    <a16:rowId xmlns:a16="http://schemas.microsoft.com/office/drawing/2014/main" val="3404809665"/>
                  </a:ext>
                </a:extLst>
              </a:tr>
            </a:tbl>
          </a:graphicData>
        </a:graphic>
      </p:graphicFrame>
      <p:pic>
        <p:nvPicPr>
          <p:cNvPr id="10" name="Picture 9">
            <a:extLst>
              <a:ext uri="{FF2B5EF4-FFF2-40B4-BE49-F238E27FC236}">
                <a16:creationId xmlns:a16="http://schemas.microsoft.com/office/drawing/2014/main" id="{8A07C3C5-399F-4A2E-B65A-DFA97933BBD3}"/>
              </a:ext>
            </a:extLst>
          </p:cNvPr>
          <p:cNvPicPr>
            <a:picLocks noChangeAspect="1"/>
          </p:cNvPicPr>
          <p:nvPr/>
        </p:nvPicPr>
        <p:blipFill>
          <a:blip r:embed="rId4"/>
          <a:stretch>
            <a:fillRect/>
          </a:stretch>
        </p:blipFill>
        <p:spPr>
          <a:xfrm>
            <a:off x="6148750" y="465166"/>
            <a:ext cx="5964909" cy="4266005"/>
          </a:xfrm>
          <a:prstGeom prst="rect">
            <a:avLst/>
          </a:prstGeom>
        </p:spPr>
      </p:pic>
      <p:graphicFrame>
        <p:nvGraphicFramePr>
          <p:cNvPr id="18" name="TextBox 6">
            <a:extLst>
              <a:ext uri="{FF2B5EF4-FFF2-40B4-BE49-F238E27FC236}">
                <a16:creationId xmlns:a16="http://schemas.microsoft.com/office/drawing/2014/main" id="{88D7738B-AA5E-0585-FBF3-1352063DF2AE}"/>
              </a:ext>
            </a:extLst>
          </p:cNvPr>
          <p:cNvGraphicFramePr/>
          <p:nvPr>
            <p:extLst>
              <p:ext uri="{D42A27DB-BD31-4B8C-83A1-F6EECF244321}">
                <p14:modId xmlns:p14="http://schemas.microsoft.com/office/powerpoint/2010/main" val="3306094035"/>
              </p:ext>
            </p:extLst>
          </p:nvPr>
        </p:nvGraphicFramePr>
        <p:xfrm>
          <a:off x="119405" y="1007533"/>
          <a:ext cx="5781861" cy="500379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1" name="TextBox 20">
            <a:extLst>
              <a:ext uri="{FF2B5EF4-FFF2-40B4-BE49-F238E27FC236}">
                <a16:creationId xmlns:a16="http://schemas.microsoft.com/office/drawing/2014/main" id="{623C2624-E8C6-B7AC-FA71-551A9FEC119A}"/>
              </a:ext>
            </a:extLst>
          </p:cNvPr>
          <p:cNvSpPr txBox="1"/>
          <p:nvPr/>
        </p:nvSpPr>
        <p:spPr>
          <a:xfrm>
            <a:off x="9471647" y="587565"/>
            <a:ext cx="2455334" cy="307777"/>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1 Year Stock Price History</a:t>
            </a:r>
          </a:p>
        </p:txBody>
      </p:sp>
    </p:spTree>
    <p:extLst>
      <p:ext uri="{BB962C8B-B14F-4D97-AF65-F5344CB8AC3E}">
        <p14:creationId xmlns:p14="http://schemas.microsoft.com/office/powerpoint/2010/main" val="3850090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3B184D-1A73-2E21-FC38-A86A65389C48}"/>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81E1224E-6618-482E-BE87-321A7FC1CD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A2E693-C10C-4814-8EFC-0D46EA35325C}"/>
              </a:ext>
            </a:extLst>
          </p:cNvPr>
          <p:cNvSpPr>
            <a:spLocks noGrp="1"/>
          </p:cNvSpPr>
          <p:nvPr>
            <p:ph type="title"/>
          </p:nvPr>
        </p:nvSpPr>
        <p:spPr>
          <a:xfrm>
            <a:off x="659234" y="957447"/>
            <a:ext cx="3383280" cy="4943105"/>
          </a:xfrm>
        </p:spPr>
        <p:txBody>
          <a:bodyPr anchor="ctr">
            <a:normAutofit/>
          </a:bodyPr>
          <a:lstStyle/>
          <a:p>
            <a:r>
              <a:rPr lang="en-US" dirty="0">
                <a:latin typeface="Times New Roman" panose="02020603050405020304" pitchFamily="18" charset="0"/>
                <a:cs typeface="Times New Roman" panose="02020603050405020304" pitchFamily="18" charset="0"/>
              </a:rPr>
              <a:t>Current Activities</a:t>
            </a:r>
          </a:p>
        </p:txBody>
      </p:sp>
      <p:sp>
        <p:nvSpPr>
          <p:cNvPr id="36" name="Rectangle 35">
            <a:extLst>
              <a:ext uri="{FF2B5EF4-FFF2-40B4-BE49-F238E27FC236}">
                <a16:creationId xmlns:a16="http://schemas.microsoft.com/office/drawing/2014/main" id="{066346BE-FDB4-4772-A696-0719490AB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8126"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9234" y="6163056"/>
            <a:ext cx="338328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descr="A blue text on a black background&#10;&#10;Description automatically generated">
            <a:extLst>
              <a:ext uri="{FF2B5EF4-FFF2-40B4-BE49-F238E27FC236}">
                <a16:creationId xmlns:a16="http://schemas.microsoft.com/office/drawing/2014/main" id="{C0F4D95D-0FB1-78D4-D8E6-88099459CA2A}"/>
              </a:ext>
            </a:extLst>
          </p:cNvPr>
          <p:cNvPicPr>
            <a:picLocks noChangeAspect="1"/>
          </p:cNvPicPr>
          <p:nvPr/>
        </p:nvPicPr>
        <p:blipFill>
          <a:blip r:embed="rId2"/>
          <a:stretch>
            <a:fillRect/>
          </a:stretch>
        </p:blipFill>
        <p:spPr>
          <a:xfrm>
            <a:off x="10323007" y="34990"/>
            <a:ext cx="1790652" cy="430176"/>
          </a:xfrm>
          <a:prstGeom prst="rect">
            <a:avLst/>
          </a:prstGeom>
        </p:spPr>
      </p:pic>
      <p:graphicFrame>
        <p:nvGraphicFramePr>
          <p:cNvPr id="29" name="Content Placeholder 2">
            <a:extLst>
              <a:ext uri="{FF2B5EF4-FFF2-40B4-BE49-F238E27FC236}">
                <a16:creationId xmlns:a16="http://schemas.microsoft.com/office/drawing/2014/main" id="{62BA137F-B28B-2A50-1DAF-BF1CA0F23B72}"/>
              </a:ext>
            </a:extLst>
          </p:cNvPr>
          <p:cNvGraphicFramePr>
            <a:graphicFrameLocks noGrp="1"/>
          </p:cNvGraphicFramePr>
          <p:nvPr>
            <p:ph idx="1"/>
            <p:extLst>
              <p:ext uri="{D42A27DB-BD31-4B8C-83A1-F6EECF244321}">
                <p14:modId xmlns:p14="http://schemas.microsoft.com/office/powerpoint/2010/main" val="3962946037"/>
              </p:ext>
            </p:extLst>
          </p:nvPr>
        </p:nvGraphicFramePr>
        <p:xfrm>
          <a:off x="4553712" y="621792"/>
          <a:ext cx="6812280" cy="55412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8901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727F6D-FC6B-A9DD-7A09-209CFCF5873B}"/>
            </a:ext>
          </a:extLst>
        </p:cNvPr>
        <p:cNvGrpSpPr/>
        <p:nvPr/>
      </p:nvGrpSpPr>
      <p:grpSpPr>
        <a:xfrm>
          <a:off x="0" y="0"/>
          <a:ext cx="0" cy="0"/>
          <a:chOff x="0" y="0"/>
          <a:chExt cx="0" cy="0"/>
        </a:xfrm>
      </p:grpSpPr>
      <p:sp useBgFill="1">
        <p:nvSpPr>
          <p:cNvPr id="120" name="Rectangle 119">
            <a:extLst>
              <a:ext uri="{FF2B5EF4-FFF2-40B4-BE49-F238E27FC236}">
                <a16:creationId xmlns:a16="http://schemas.microsoft.com/office/drawing/2014/main" id="{5DF40726-9B19-4165-9C26-757D16E19E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A85E02-2294-5CCD-24A9-1EFF0CC2F0CD}"/>
              </a:ext>
            </a:extLst>
          </p:cNvPr>
          <p:cNvSpPr>
            <a:spLocks noGrp="1"/>
          </p:cNvSpPr>
          <p:nvPr>
            <p:ph type="title"/>
          </p:nvPr>
        </p:nvSpPr>
        <p:spPr>
          <a:xfrm>
            <a:off x="679705" y="143421"/>
            <a:ext cx="4571999" cy="752099"/>
          </a:xfrm>
        </p:spPr>
        <p:txBody>
          <a:bodyPr anchor="b">
            <a:normAutofit/>
          </a:bodyPr>
          <a:lstStyle/>
          <a:p>
            <a:r>
              <a:rPr lang="en-US" sz="3600" dirty="0"/>
              <a:t>Future Prospects</a:t>
            </a:r>
          </a:p>
        </p:txBody>
      </p:sp>
      <p:sp>
        <p:nvSpPr>
          <p:cNvPr id="3" name="Content Placeholder 2">
            <a:extLst>
              <a:ext uri="{FF2B5EF4-FFF2-40B4-BE49-F238E27FC236}">
                <a16:creationId xmlns:a16="http://schemas.microsoft.com/office/drawing/2014/main" id="{85D72EFA-DE1B-D60D-01F0-D75323FFF9E2}"/>
              </a:ext>
            </a:extLst>
          </p:cNvPr>
          <p:cNvSpPr>
            <a:spLocks noGrp="1"/>
          </p:cNvSpPr>
          <p:nvPr>
            <p:ph idx="1"/>
          </p:nvPr>
        </p:nvSpPr>
        <p:spPr>
          <a:xfrm>
            <a:off x="182034" y="976478"/>
            <a:ext cx="5731933" cy="5018536"/>
          </a:xfrm>
        </p:spPr>
        <p:txBody>
          <a:bodyPr>
            <a:noAutofit/>
          </a:bodyPr>
          <a:lstStyle/>
          <a:p>
            <a:pPr>
              <a:lnSpc>
                <a:spcPct val="100000"/>
              </a:lnSpc>
            </a:pPr>
            <a:r>
              <a:rPr lang="en-US" sz="1400" dirty="0">
                <a:latin typeface="Times New Roman" panose="02020603050405020304" pitchFamily="18" charset="0"/>
                <a:cs typeface="Times New Roman" panose="02020603050405020304" pitchFamily="18" charset="0"/>
              </a:rPr>
              <a:t>Store Expansion and Modernization</a:t>
            </a:r>
            <a:r>
              <a:rPr lang="en-US" sz="1400" kern="100" dirty="0">
                <a:latin typeface="Times New Roman" panose="02020603050405020304" pitchFamily="18" charset="0"/>
                <a:cs typeface="Times New Roman" panose="02020603050405020304" pitchFamily="18" charset="0"/>
              </a:rPr>
              <a:t>: Over the next five years, Walmart plans to build or convert more than 150 stores</a:t>
            </a:r>
            <a:r>
              <a:rPr lang="en-US" sz="1400" b="0" i="0" dirty="0">
                <a:effectLst/>
                <a:latin typeface="Times New Roman" panose="02020603050405020304" pitchFamily="18" charset="0"/>
                <a:cs typeface="Times New Roman" panose="02020603050405020304" pitchFamily="18" charset="0"/>
              </a:rPr>
              <a:t> in the United States</a:t>
            </a:r>
            <a:r>
              <a:rPr lang="en-US" sz="1400" kern="100" dirty="0">
                <a:latin typeface="Times New Roman" panose="02020603050405020304" pitchFamily="18" charset="0"/>
                <a:cs typeface="Times New Roman" panose="02020603050405020304" pitchFamily="18" charset="0"/>
              </a:rPr>
              <a:t>. In the next 12 months, the company aims to remodel 650 stores, incorporating its "Store of the Future" concept, which features improved layouts, expanded product selections, and innovative technology to enhance the shopping experience.</a:t>
            </a:r>
          </a:p>
          <a:p>
            <a:pPr>
              <a:lnSpc>
                <a:spcPct val="100000"/>
              </a:lnSpc>
            </a:pPr>
            <a:r>
              <a:rPr lang="en-US" sz="1400" dirty="0">
                <a:latin typeface="Times New Roman" panose="02020603050405020304" pitchFamily="18" charset="0"/>
                <a:cs typeface="Times New Roman" panose="02020603050405020304" pitchFamily="18" charset="0"/>
              </a:rPr>
              <a:t>Supply Chain Automation: Walmart is enhancing its supply chain with automation, robotics, and intelligent software to improve inventory accuracy and efficiency. By fiscal 2026, 65% of stores are expected to be serviced by automation.</a:t>
            </a:r>
            <a:endParaRPr lang="en-US" sz="1400" kern="100" dirty="0">
              <a:latin typeface="Times New Roman" panose="02020603050405020304" pitchFamily="18" charset="0"/>
              <a:cs typeface="Times New Roman" panose="02020603050405020304" pitchFamily="18" charset="0"/>
            </a:endParaRPr>
          </a:p>
          <a:p>
            <a:pPr>
              <a:lnSpc>
                <a:spcPct val="100000"/>
              </a:lnSpc>
            </a:pPr>
            <a:r>
              <a:rPr lang="en-US" sz="1400" dirty="0">
                <a:latin typeface="Times New Roman" panose="02020603050405020304" pitchFamily="18" charset="0"/>
                <a:cs typeface="Times New Roman" panose="02020603050405020304" pitchFamily="18" charset="0"/>
              </a:rPr>
              <a:t>Technological Innovations: Walmart is using AI, Generative AI, and AR to create personalized shopping experiences and improve customer support with AI-powered assistants. It is also expanding drone delivery services offering delivery times of 10 to 30 minutes.</a:t>
            </a:r>
          </a:p>
          <a:p>
            <a:pPr>
              <a:lnSpc>
                <a:spcPct val="100000"/>
              </a:lnSpc>
            </a:pPr>
            <a:r>
              <a:rPr lang="en-US" sz="1400" dirty="0">
                <a:latin typeface="Times New Roman" panose="02020603050405020304" pitchFamily="18" charset="0"/>
                <a:cs typeface="Times New Roman" panose="02020603050405020304" pitchFamily="18" charset="0"/>
              </a:rPr>
              <a:t>Walmart is enhancing the shopping experience with in-store advertising via digital screens and audio marketing. It has also expanded "Buy Now, Pay Later" options to self-checkout lanes for more flexible payments.</a:t>
            </a:r>
          </a:p>
          <a:p>
            <a:pPr>
              <a:lnSpc>
                <a:spcPct val="100000"/>
              </a:lnSpc>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Walmart anticipates increasing its efforts in proprietary data optimization and large language models (LLMs) in 2025. Additionally, they anticipate optimizing small language models (SLMs) for certain applications.</a:t>
            </a:r>
            <a:endParaRPr lang="en-US" sz="1400" dirty="0">
              <a:latin typeface="Times New Roman" panose="02020603050405020304" pitchFamily="18" charset="0"/>
              <a:cs typeface="Times New Roman" panose="02020603050405020304" pitchFamily="18" charset="0"/>
            </a:endParaRPr>
          </a:p>
        </p:txBody>
      </p:sp>
      <p:pic>
        <p:nvPicPr>
          <p:cNvPr id="5" name="Picture 4" descr="A group of people working in a warehouse&#10;&#10;Description automatically generated">
            <a:extLst>
              <a:ext uri="{FF2B5EF4-FFF2-40B4-BE49-F238E27FC236}">
                <a16:creationId xmlns:a16="http://schemas.microsoft.com/office/drawing/2014/main" id="{102DD2DC-D251-F9D8-F9E1-F01B90C54802}"/>
              </a:ext>
            </a:extLst>
          </p:cNvPr>
          <p:cNvPicPr>
            <a:picLocks noChangeAspect="1"/>
          </p:cNvPicPr>
          <p:nvPr/>
        </p:nvPicPr>
        <p:blipFill>
          <a:blip r:embed="rId2">
            <a:extLst>
              <a:ext uri="{28A0092B-C50C-407E-A947-70E740481C1C}">
                <a14:useLocalDpi xmlns:a14="http://schemas.microsoft.com/office/drawing/2010/main" val="0"/>
              </a:ext>
            </a:extLst>
          </a:blip>
          <a:srcRect r="2436" b="-4"/>
          <a:stretch/>
        </p:blipFill>
        <p:spPr>
          <a:xfrm>
            <a:off x="6096000" y="470078"/>
            <a:ext cx="5251704" cy="5383048"/>
          </a:xfrm>
          <a:prstGeom prst="rect">
            <a:avLst/>
          </a:prstGeom>
        </p:spPr>
      </p:pic>
      <p:sp>
        <p:nvSpPr>
          <p:cNvPr id="122" name="Rectangle 121">
            <a:extLst>
              <a:ext uri="{FF2B5EF4-FFF2-40B4-BE49-F238E27FC236}">
                <a16:creationId xmlns:a16="http://schemas.microsoft.com/office/drawing/2014/main" id="{2089CB41-F399-4AEB-980C-5BFB1049C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6112341"/>
            <a:ext cx="1050645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 name="Rectangle 123">
            <a:extLst>
              <a:ext uri="{FF2B5EF4-FFF2-40B4-BE49-F238E27FC236}">
                <a16:creationId xmlns:a16="http://schemas.microsoft.com/office/drawing/2014/main" id="{1BFC967B-3DD6-463D-9DB9-6E4419AE0D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096768" y="3817404"/>
            <a:ext cx="54864" cy="45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8162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graph with a line and orange line">
            <a:extLst>
              <a:ext uri="{FF2B5EF4-FFF2-40B4-BE49-F238E27FC236}">
                <a16:creationId xmlns:a16="http://schemas.microsoft.com/office/drawing/2014/main" id="{2CE58FF7-F1D9-7177-76D1-241A6ED850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32600"/>
          </a:xfrm>
          <a:prstGeom prst="rect">
            <a:avLst/>
          </a:prstGeom>
        </p:spPr>
      </p:pic>
      <p:pic>
        <p:nvPicPr>
          <p:cNvPr id="12" name="Picture 11">
            <a:extLst>
              <a:ext uri="{FF2B5EF4-FFF2-40B4-BE49-F238E27FC236}">
                <a16:creationId xmlns:a16="http://schemas.microsoft.com/office/drawing/2014/main" id="{B8805307-7932-E6F1-5A4D-73D9AA228CCF}"/>
              </a:ext>
            </a:extLst>
          </p:cNvPr>
          <p:cNvPicPr>
            <a:picLocks noChangeAspect="1"/>
          </p:cNvPicPr>
          <p:nvPr/>
        </p:nvPicPr>
        <p:blipFill>
          <a:blip r:embed="rId3"/>
          <a:stretch>
            <a:fillRect/>
          </a:stretch>
        </p:blipFill>
        <p:spPr>
          <a:xfrm>
            <a:off x="10173082" y="6245986"/>
            <a:ext cx="2018918" cy="485013"/>
          </a:xfrm>
          <a:prstGeom prst="rect">
            <a:avLst/>
          </a:prstGeom>
        </p:spPr>
      </p:pic>
    </p:spTree>
    <p:extLst>
      <p:ext uri="{BB962C8B-B14F-4D97-AF65-F5344CB8AC3E}">
        <p14:creationId xmlns:p14="http://schemas.microsoft.com/office/powerpoint/2010/main" val="3729540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Freeform: Shape 14">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Freeform: Shape 15">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9E3F19AB-5E33-9E2D-A25A-63B81D1B39ED}"/>
              </a:ext>
            </a:extLst>
          </p:cNvPr>
          <p:cNvSpPr>
            <a:spLocks noGrp="1"/>
          </p:cNvSpPr>
          <p:nvPr>
            <p:ph type="title"/>
          </p:nvPr>
        </p:nvSpPr>
        <p:spPr>
          <a:xfrm>
            <a:off x="371094" y="1161288"/>
            <a:ext cx="3438144" cy="1239012"/>
          </a:xfrm>
        </p:spPr>
        <p:txBody>
          <a:bodyPr anchor="ctr">
            <a:normAutofit/>
          </a:bodyPr>
          <a:lstStyle/>
          <a:p>
            <a:r>
              <a:rPr lang="en-US" sz="2800"/>
              <a:t>Income Statement</a:t>
            </a:r>
          </a:p>
        </p:txBody>
      </p:sp>
      <p:sp>
        <p:nvSpPr>
          <p:cNvPr id="23" name="Rectangle 22">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descr="A screenshot of a spreadsheet&#10;&#10;Description automatically generated">
            <a:extLst>
              <a:ext uri="{FF2B5EF4-FFF2-40B4-BE49-F238E27FC236}">
                <a16:creationId xmlns:a16="http://schemas.microsoft.com/office/drawing/2014/main" id="{1557C1FC-158B-C687-077E-4E08BB5C6B74}"/>
              </a:ext>
            </a:extLst>
          </p:cNvPr>
          <p:cNvPicPr>
            <a:picLocks noChangeAspect="1"/>
          </p:cNvPicPr>
          <p:nvPr/>
        </p:nvPicPr>
        <p:blipFill>
          <a:blip r:embed="rId2"/>
          <a:stretch>
            <a:fillRect/>
          </a:stretch>
        </p:blipFill>
        <p:spPr>
          <a:xfrm>
            <a:off x="5748866" y="806796"/>
            <a:ext cx="5977467" cy="5750807"/>
          </a:xfrm>
          <a:prstGeom prst="rect">
            <a:avLst/>
          </a:prstGeom>
        </p:spPr>
      </p:pic>
      <p:graphicFrame>
        <p:nvGraphicFramePr>
          <p:cNvPr id="12" name="Content Placeholder 6">
            <a:extLst>
              <a:ext uri="{FF2B5EF4-FFF2-40B4-BE49-F238E27FC236}">
                <a16:creationId xmlns:a16="http://schemas.microsoft.com/office/drawing/2014/main" id="{73719096-3573-6DA2-F912-2AA517BEE962}"/>
              </a:ext>
            </a:extLst>
          </p:cNvPr>
          <p:cNvGraphicFramePr>
            <a:graphicFrameLocks noGrp="1"/>
          </p:cNvGraphicFramePr>
          <p:nvPr>
            <p:ph idx="1"/>
            <p:extLst>
              <p:ext uri="{D42A27DB-BD31-4B8C-83A1-F6EECF244321}">
                <p14:modId xmlns:p14="http://schemas.microsoft.com/office/powerpoint/2010/main" val="454941972"/>
              </p:ext>
            </p:extLst>
          </p:nvPr>
        </p:nvGraphicFramePr>
        <p:xfrm>
          <a:off x="151640" y="2601976"/>
          <a:ext cx="3627534" cy="3587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a:extLst>
              <a:ext uri="{FF2B5EF4-FFF2-40B4-BE49-F238E27FC236}">
                <a16:creationId xmlns:a16="http://schemas.microsoft.com/office/drawing/2014/main" id="{6F9C5AA3-9367-F31E-FB09-297A7CD766B2}"/>
              </a:ext>
            </a:extLst>
          </p:cNvPr>
          <p:cNvPicPr>
            <a:picLocks noChangeAspect="1"/>
          </p:cNvPicPr>
          <p:nvPr/>
        </p:nvPicPr>
        <p:blipFill>
          <a:blip r:embed="rId8"/>
          <a:stretch>
            <a:fillRect/>
          </a:stretch>
        </p:blipFill>
        <p:spPr>
          <a:xfrm>
            <a:off x="10600266" y="25789"/>
            <a:ext cx="1591733" cy="382389"/>
          </a:xfrm>
          <a:prstGeom prst="rect">
            <a:avLst/>
          </a:prstGeom>
        </p:spPr>
      </p:pic>
    </p:spTree>
    <p:extLst>
      <p:ext uri="{BB962C8B-B14F-4D97-AF65-F5344CB8AC3E}">
        <p14:creationId xmlns:p14="http://schemas.microsoft.com/office/powerpoint/2010/main" val="2592902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6AE98-F62A-C90C-3291-9BCBD308F990}"/>
              </a:ext>
            </a:extLst>
          </p:cNvPr>
          <p:cNvSpPr>
            <a:spLocks noGrp="1"/>
          </p:cNvSpPr>
          <p:nvPr>
            <p:ph type="title"/>
          </p:nvPr>
        </p:nvSpPr>
        <p:spPr>
          <a:xfrm>
            <a:off x="1687669" y="624110"/>
            <a:ext cx="4137059" cy="942223"/>
          </a:xfrm>
        </p:spPr>
        <p:txBody>
          <a:bodyPr>
            <a:normAutofit/>
          </a:bodyPr>
          <a:lstStyle/>
          <a:p>
            <a:r>
              <a:rPr lang="en-US" sz="3200" b="1" dirty="0"/>
              <a:t>Balance Sheet</a:t>
            </a:r>
          </a:p>
        </p:txBody>
      </p:sp>
      <p:sp>
        <p:nvSpPr>
          <p:cNvPr id="3" name="Content Placeholder 2">
            <a:extLst>
              <a:ext uri="{FF2B5EF4-FFF2-40B4-BE49-F238E27FC236}">
                <a16:creationId xmlns:a16="http://schemas.microsoft.com/office/drawing/2014/main" id="{D8053012-8B47-9A32-02C7-18B29F3B9D74}"/>
              </a:ext>
            </a:extLst>
          </p:cNvPr>
          <p:cNvSpPr>
            <a:spLocks noGrp="1"/>
          </p:cNvSpPr>
          <p:nvPr>
            <p:ph idx="1"/>
          </p:nvPr>
        </p:nvSpPr>
        <p:spPr>
          <a:xfrm>
            <a:off x="1227667" y="1710267"/>
            <a:ext cx="4690533" cy="4334933"/>
          </a:xfrm>
        </p:spPr>
        <p:txBody>
          <a:bodyPr>
            <a:normAutofit/>
          </a:bodyPr>
          <a:lstStyle/>
          <a:p>
            <a:pPr>
              <a:lnSpc>
                <a:spcPct val="90000"/>
              </a:lnSpc>
            </a:pPr>
            <a:r>
              <a:rPr lang="en-US" sz="1500" dirty="0">
                <a:solidFill>
                  <a:srgbClr val="000000"/>
                </a:solidFill>
                <a:latin typeface="Times New Roman" panose="02020603050405020304" pitchFamily="18" charset="0"/>
                <a:cs typeface="Times New Roman" panose="02020603050405020304" pitchFamily="18" charset="0"/>
              </a:rPr>
              <a:t>Walmart's </a:t>
            </a:r>
            <a:r>
              <a:rPr lang="en-US" sz="1500" b="1" dirty="0">
                <a:solidFill>
                  <a:srgbClr val="000000"/>
                </a:solidFill>
                <a:latin typeface="Times New Roman" panose="02020603050405020304" pitchFamily="18" charset="0"/>
                <a:cs typeface="Times New Roman" panose="02020603050405020304" pitchFamily="18" charset="0"/>
              </a:rPr>
              <a:t>total assets increased by 3.78%</a:t>
            </a:r>
            <a:r>
              <a:rPr lang="en-US" sz="1500" dirty="0">
                <a:solidFill>
                  <a:srgbClr val="000000"/>
                </a:solidFill>
                <a:latin typeface="Times New Roman" panose="02020603050405020304" pitchFamily="18" charset="0"/>
                <a:cs typeface="Times New Roman" panose="02020603050405020304" pitchFamily="18" charset="0"/>
              </a:rPr>
              <a:t> from 2023 to $2,52,399 million in 2024 indicating that Walmart has expanded its operations.</a:t>
            </a:r>
          </a:p>
          <a:p>
            <a:pPr>
              <a:lnSpc>
                <a:spcPct val="90000"/>
              </a:lnSpc>
            </a:pPr>
            <a:r>
              <a:rPr lang="en-US" sz="1500" b="1" dirty="0">
                <a:solidFill>
                  <a:srgbClr val="000000"/>
                </a:solidFill>
                <a:latin typeface="Times New Roman" panose="02020603050405020304" pitchFamily="18" charset="0"/>
                <a:cs typeface="Times New Roman" panose="02020603050405020304" pitchFamily="18" charset="0"/>
              </a:rPr>
              <a:t>Current Assets</a:t>
            </a:r>
            <a:r>
              <a:rPr lang="en-US" sz="1500" dirty="0">
                <a:solidFill>
                  <a:srgbClr val="000000"/>
                </a:solidFill>
                <a:latin typeface="Times New Roman" panose="02020603050405020304" pitchFamily="18" charset="0"/>
                <a:cs typeface="Times New Roman" panose="02020603050405020304" pitchFamily="18" charset="0"/>
              </a:rPr>
              <a:t> increased by </a:t>
            </a:r>
            <a:r>
              <a:rPr lang="en-US" sz="1500" b="1" dirty="0">
                <a:solidFill>
                  <a:srgbClr val="000000"/>
                </a:solidFill>
                <a:latin typeface="Times New Roman" panose="02020603050405020304" pitchFamily="18" charset="0"/>
                <a:cs typeface="Times New Roman" panose="02020603050405020304" pitchFamily="18" charset="0"/>
              </a:rPr>
              <a:t>1.6%</a:t>
            </a:r>
            <a:r>
              <a:rPr lang="en-US" sz="1500" dirty="0">
                <a:solidFill>
                  <a:srgbClr val="000000"/>
                </a:solidFill>
                <a:latin typeface="Times New Roman" panose="02020603050405020304" pitchFamily="18" charset="0"/>
                <a:cs typeface="Times New Roman" panose="02020603050405020304" pitchFamily="18" charset="0"/>
              </a:rPr>
              <a:t>, led by a strong rise in </a:t>
            </a:r>
            <a:r>
              <a:rPr lang="en-US" sz="1500" b="1" dirty="0">
                <a:solidFill>
                  <a:srgbClr val="000000"/>
                </a:solidFill>
                <a:latin typeface="Times New Roman" panose="02020603050405020304" pitchFamily="18" charset="0"/>
                <a:cs typeface="Times New Roman" panose="02020603050405020304" pitchFamily="18" charset="0"/>
              </a:rPr>
              <a:t>cash (+14.4%)</a:t>
            </a:r>
            <a:r>
              <a:rPr lang="en-US" sz="1500" dirty="0">
                <a:solidFill>
                  <a:srgbClr val="000000"/>
                </a:solidFill>
                <a:latin typeface="Times New Roman" panose="02020603050405020304" pitchFamily="18" charset="0"/>
                <a:cs typeface="Times New Roman" panose="02020603050405020304" pitchFamily="18" charset="0"/>
              </a:rPr>
              <a:t> and </a:t>
            </a:r>
            <a:r>
              <a:rPr lang="en-US" sz="1500" b="1" dirty="0">
                <a:solidFill>
                  <a:srgbClr val="000000"/>
                </a:solidFill>
                <a:latin typeface="Times New Roman" panose="02020603050405020304" pitchFamily="18" charset="0"/>
                <a:cs typeface="Times New Roman" panose="02020603050405020304" pitchFamily="18" charset="0"/>
              </a:rPr>
              <a:t>receivables (+10.9%)</a:t>
            </a:r>
            <a:r>
              <a:rPr lang="en-US" sz="1500" dirty="0">
                <a:solidFill>
                  <a:srgbClr val="000000"/>
                </a:solidFill>
                <a:latin typeface="Times New Roman" panose="02020603050405020304" pitchFamily="18" charset="0"/>
                <a:cs typeface="Times New Roman" panose="02020603050405020304" pitchFamily="18" charset="0"/>
              </a:rPr>
              <a:t>, signaling improved liquidity and credit management.</a:t>
            </a:r>
          </a:p>
          <a:p>
            <a:pPr>
              <a:lnSpc>
                <a:spcPct val="90000"/>
              </a:lnSpc>
            </a:pPr>
            <a:r>
              <a:rPr lang="en-US" sz="1500" b="1" dirty="0">
                <a:solidFill>
                  <a:srgbClr val="000000"/>
                </a:solidFill>
                <a:latin typeface="Times New Roman" panose="02020603050405020304" pitchFamily="18" charset="0"/>
                <a:cs typeface="Times New Roman" panose="02020603050405020304" pitchFamily="18" charset="0"/>
              </a:rPr>
              <a:t>Property and Equipment</a:t>
            </a:r>
            <a:r>
              <a:rPr lang="en-US" sz="1500" dirty="0">
                <a:solidFill>
                  <a:srgbClr val="000000"/>
                </a:solidFill>
                <a:latin typeface="Times New Roman" panose="02020603050405020304" pitchFamily="18" charset="0"/>
                <a:cs typeface="Times New Roman" panose="02020603050405020304" pitchFamily="18" charset="0"/>
              </a:rPr>
              <a:t> grew by </a:t>
            </a:r>
            <a:r>
              <a:rPr lang="en-US" sz="1500" b="1" dirty="0">
                <a:solidFill>
                  <a:srgbClr val="000000"/>
                </a:solidFill>
                <a:latin typeface="Times New Roman" panose="02020603050405020304" pitchFamily="18" charset="0"/>
                <a:cs typeface="Times New Roman" panose="02020603050405020304" pitchFamily="18" charset="0"/>
              </a:rPr>
              <a:t>10.0%</a:t>
            </a:r>
            <a:r>
              <a:rPr lang="en-US" sz="1500" dirty="0">
                <a:solidFill>
                  <a:srgbClr val="000000"/>
                </a:solidFill>
                <a:latin typeface="Times New Roman" panose="02020603050405020304" pitchFamily="18" charset="0"/>
                <a:cs typeface="Times New Roman" panose="02020603050405020304" pitchFamily="18" charset="0"/>
              </a:rPr>
              <a:t>, reflecting Walmart's investments in store upgrades, automation, and supply chain improvements.</a:t>
            </a:r>
          </a:p>
          <a:p>
            <a:pPr>
              <a:lnSpc>
                <a:spcPct val="90000"/>
              </a:lnSpc>
            </a:pPr>
            <a:r>
              <a:rPr lang="en-IN" sz="1500" dirty="0">
                <a:solidFill>
                  <a:srgbClr val="000000"/>
                </a:solidFill>
                <a:latin typeface="Times New Roman" panose="02020603050405020304" pitchFamily="18" charset="0"/>
                <a:cs typeface="Times New Roman" panose="02020603050405020304" pitchFamily="18" charset="0"/>
              </a:rPr>
              <a:t>Goodwill decreasing means no major acquisitions or impairments.</a:t>
            </a:r>
          </a:p>
          <a:p>
            <a:pPr>
              <a:lnSpc>
                <a:spcPct val="90000"/>
              </a:lnSpc>
            </a:pPr>
            <a:r>
              <a:rPr lang="en-US" sz="1500" b="1" dirty="0">
                <a:solidFill>
                  <a:srgbClr val="000000"/>
                </a:solidFill>
                <a:latin typeface="Times New Roman" panose="02020603050405020304" pitchFamily="18" charset="0"/>
                <a:cs typeface="Times New Roman" panose="02020603050405020304" pitchFamily="18" charset="0"/>
              </a:rPr>
              <a:t>Short-term borrowings</a:t>
            </a:r>
            <a:r>
              <a:rPr lang="en-US" sz="1500" dirty="0">
                <a:solidFill>
                  <a:srgbClr val="000000"/>
                </a:solidFill>
                <a:latin typeface="Times New Roman" panose="02020603050405020304" pitchFamily="18" charset="0"/>
                <a:cs typeface="Times New Roman" panose="02020603050405020304" pitchFamily="18" charset="0"/>
              </a:rPr>
              <a:t> rose sharply by </a:t>
            </a:r>
            <a:r>
              <a:rPr lang="en-US" sz="1500" b="1" dirty="0">
                <a:solidFill>
                  <a:srgbClr val="000000"/>
                </a:solidFill>
                <a:latin typeface="Times New Roman" panose="02020603050405020304" pitchFamily="18" charset="0"/>
                <a:cs typeface="Times New Roman" panose="02020603050405020304" pitchFamily="18" charset="0"/>
              </a:rPr>
              <a:t>136% </a:t>
            </a:r>
            <a:r>
              <a:rPr lang="en-US" sz="1500" dirty="0">
                <a:solidFill>
                  <a:srgbClr val="000000"/>
                </a:solidFill>
                <a:latin typeface="Times New Roman" panose="02020603050405020304" pitchFamily="18" charset="0"/>
                <a:cs typeface="Times New Roman" panose="02020603050405020304" pitchFamily="18" charset="0"/>
              </a:rPr>
              <a:t>in 2024, indicating increased short-term financing.</a:t>
            </a:r>
          </a:p>
          <a:p>
            <a:pPr>
              <a:lnSpc>
                <a:spcPct val="90000"/>
              </a:lnSpc>
            </a:pPr>
            <a:r>
              <a:rPr lang="en-US" sz="1500" dirty="0">
                <a:solidFill>
                  <a:srgbClr val="000000"/>
                </a:solidFill>
                <a:latin typeface="Times New Roman" panose="02020603050405020304" pitchFamily="18" charset="0"/>
                <a:cs typeface="Times New Roman" panose="02020603050405020304" pitchFamily="18" charset="0"/>
              </a:rPr>
              <a:t>Walmart is making good returns for its stockholders, as the total shareholders equity grew by 7.87% from $</a:t>
            </a:r>
            <a:r>
              <a:rPr lang="en-IN" sz="1500" b="0" i="0" u="none" strike="noStrike" dirty="0">
                <a:solidFill>
                  <a:srgbClr val="000000"/>
                </a:solidFill>
                <a:effectLst/>
                <a:latin typeface="Times New Roman" panose="02020603050405020304" pitchFamily="18" charset="0"/>
                <a:cs typeface="Times New Roman" panose="02020603050405020304" pitchFamily="18" charset="0"/>
              </a:rPr>
              <a:t>76,693 million in 2023</a:t>
            </a:r>
            <a:r>
              <a:rPr lang="en-IN" sz="1500" dirty="0">
                <a:solidFill>
                  <a:srgbClr val="000000"/>
                </a:solidFill>
                <a:latin typeface="Times New Roman" panose="02020603050405020304" pitchFamily="18" charset="0"/>
                <a:cs typeface="Times New Roman" panose="02020603050405020304" pitchFamily="18" charset="0"/>
              </a:rPr>
              <a:t> to $</a:t>
            </a:r>
            <a:r>
              <a:rPr lang="en-US" sz="1500" dirty="0">
                <a:solidFill>
                  <a:srgbClr val="000000"/>
                </a:solidFill>
                <a:latin typeface="Times New Roman" panose="02020603050405020304" pitchFamily="18" charset="0"/>
                <a:cs typeface="Times New Roman" panose="02020603050405020304" pitchFamily="18" charset="0"/>
              </a:rPr>
              <a:t>83,861million in 2024.</a:t>
            </a:r>
            <a:endParaRPr lang="en-IN" sz="1500" dirty="0">
              <a:solidFill>
                <a:srgbClr val="000000"/>
              </a:solidFill>
              <a:latin typeface="Times New Roman" panose="02020603050405020304" pitchFamily="18" charset="0"/>
              <a:cs typeface="Times New Roman" panose="02020603050405020304" pitchFamily="18" charset="0"/>
            </a:endParaRPr>
          </a:p>
          <a:p>
            <a:pPr>
              <a:lnSpc>
                <a:spcPct val="90000"/>
              </a:lnSpc>
            </a:pPr>
            <a:endParaRPr lang="en-US" sz="1300" dirty="0">
              <a:solidFill>
                <a:srgbClr val="000000"/>
              </a:solidFill>
              <a:latin typeface="Times New Roman" panose="02020603050405020304" pitchFamily="18" charset="0"/>
              <a:cs typeface="Times New Roman" panose="02020603050405020304" pitchFamily="18" charset="0"/>
            </a:endParaRPr>
          </a:p>
          <a:p>
            <a:pPr>
              <a:lnSpc>
                <a:spcPct val="90000"/>
              </a:lnSpc>
            </a:pPr>
            <a:endParaRPr lang="en-US" sz="1300" dirty="0">
              <a:solidFill>
                <a:srgbClr val="000000"/>
              </a:solidFill>
              <a:latin typeface="Times New Roman" panose="02020603050405020304" pitchFamily="18" charset="0"/>
              <a:cs typeface="Times New Roman" panose="02020603050405020304" pitchFamily="18" charset="0"/>
            </a:endParaRPr>
          </a:p>
          <a:p>
            <a:pPr>
              <a:lnSpc>
                <a:spcPct val="90000"/>
              </a:lnSpc>
            </a:pPr>
            <a:endParaRPr lang="en-US" sz="1300" dirty="0">
              <a:solidFill>
                <a:srgbClr val="000000"/>
              </a:solidFill>
              <a:latin typeface="Times New Roman" panose="02020603050405020304" pitchFamily="18" charset="0"/>
              <a:cs typeface="Times New Roman" panose="02020603050405020304" pitchFamily="18" charset="0"/>
            </a:endParaRPr>
          </a:p>
          <a:p>
            <a:pPr>
              <a:lnSpc>
                <a:spcPct val="90000"/>
              </a:lnSpc>
            </a:pPr>
            <a:endParaRPr lang="en-US" sz="1300" dirty="0">
              <a:solidFill>
                <a:srgbClr val="000000"/>
              </a:solidFill>
              <a:latin typeface="Times New Roman" panose="02020603050405020304" pitchFamily="18" charset="0"/>
              <a:cs typeface="Times New Roman" panose="02020603050405020304" pitchFamily="18" charset="0"/>
            </a:endParaRPr>
          </a:p>
          <a:p>
            <a:pPr>
              <a:lnSpc>
                <a:spcPct val="90000"/>
              </a:lnSpc>
            </a:pPr>
            <a:endParaRPr lang="en-US" sz="1300" dirty="0">
              <a:solidFill>
                <a:srgbClr val="000000"/>
              </a:solidFill>
              <a:latin typeface="Times New Roman" panose="02020603050405020304" pitchFamily="18" charset="0"/>
              <a:cs typeface="Times New Roman" panose="02020603050405020304" pitchFamily="18" charset="0"/>
            </a:endParaRPr>
          </a:p>
          <a:p>
            <a:pPr>
              <a:lnSpc>
                <a:spcPct val="90000"/>
              </a:lnSpc>
            </a:pPr>
            <a:endParaRPr lang="en-US" sz="1300" dirty="0">
              <a:solidFill>
                <a:srgbClr val="000000"/>
              </a:solidFill>
              <a:latin typeface="Times New Roman" panose="02020603050405020304" pitchFamily="18" charset="0"/>
              <a:cs typeface="Times New Roman" panose="02020603050405020304" pitchFamily="18" charset="0"/>
            </a:endParaRPr>
          </a:p>
          <a:p>
            <a:pPr>
              <a:lnSpc>
                <a:spcPct val="90000"/>
              </a:lnSpc>
            </a:pPr>
            <a:endParaRPr lang="en-IN" sz="1300" dirty="0">
              <a:solidFill>
                <a:srgbClr val="000000"/>
              </a:solidFill>
              <a:latin typeface="Times New Roman" panose="02020603050405020304" pitchFamily="18" charset="0"/>
              <a:cs typeface="Times New Roman" panose="02020603050405020304" pitchFamily="18" charset="0"/>
            </a:endParaRPr>
          </a:p>
          <a:p>
            <a:pPr>
              <a:lnSpc>
                <a:spcPct val="90000"/>
              </a:lnSpc>
            </a:pPr>
            <a:endParaRPr lang="en-US" sz="1300" dirty="0">
              <a:solidFill>
                <a:srgbClr val="000000"/>
              </a:solidFill>
            </a:endParaRPr>
          </a:p>
        </p:txBody>
      </p:sp>
      <p:pic>
        <p:nvPicPr>
          <p:cNvPr id="6" name="Picture 5" descr="A screenshot of a document&#10;&#10;Description automatically generated">
            <a:extLst>
              <a:ext uri="{FF2B5EF4-FFF2-40B4-BE49-F238E27FC236}">
                <a16:creationId xmlns:a16="http://schemas.microsoft.com/office/drawing/2014/main" id="{16D36F2A-1E17-27FC-1FCC-26EC609273FD}"/>
              </a:ext>
            </a:extLst>
          </p:cNvPr>
          <p:cNvPicPr>
            <a:picLocks noChangeAspect="1"/>
          </p:cNvPicPr>
          <p:nvPr/>
        </p:nvPicPr>
        <p:blipFill>
          <a:blip r:embed="rId2"/>
          <a:srcRect t="287"/>
          <a:stretch/>
        </p:blipFill>
        <p:spPr>
          <a:xfrm>
            <a:off x="6699431" y="645106"/>
            <a:ext cx="4798301" cy="5943517"/>
          </a:xfrm>
          <a:prstGeom prst="rect">
            <a:avLst/>
          </a:prstGeom>
        </p:spPr>
      </p:pic>
      <p:pic>
        <p:nvPicPr>
          <p:cNvPr id="7" name="Picture 6" descr="A blue text on a black background&#10;&#10;Description automatically generated">
            <a:extLst>
              <a:ext uri="{FF2B5EF4-FFF2-40B4-BE49-F238E27FC236}">
                <a16:creationId xmlns:a16="http://schemas.microsoft.com/office/drawing/2014/main" id="{9AE9648D-2B49-CEE4-4F83-3FE1D0F993AA}"/>
              </a:ext>
            </a:extLst>
          </p:cNvPr>
          <p:cNvPicPr>
            <a:picLocks noChangeAspect="1"/>
          </p:cNvPicPr>
          <p:nvPr/>
        </p:nvPicPr>
        <p:blipFill>
          <a:blip r:embed="rId3"/>
          <a:stretch>
            <a:fillRect/>
          </a:stretch>
        </p:blipFill>
        <p:spPr>
          <a:xfrm>
            <a:off x="10769600" y="25789"/>
            <a:ext cx="1422399" cy="341709"/>
          </a:xfrm>
          <a:prstGeom prst="rect">
            <a:avLst/>
          </a:prstGeom>
        </p:spPr>
      </p:pic>
    </p:spTree>
    <p:extLst>
      <p:ext uri="{BB962C8B-B14F-4D97-AF65-F5344CB8AC3E}">
        <p14:creationId xmlns:p14="http://schemas.microsoft.com/office/powerpoint/2010/main" val="1481561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0FBC0-F1A2-4A56-564F-E8FF54DC7786}"/>
              </a:ext>
            </a:extLst>
          </p:cNvPr>
          <p:cNvSpPr>
            <a:spLocks noGrp="1"/>
          </p:cNvSpPr>
          <p:nvPr>
            <p:ph type="title"/>
          </p:nvPr>
        </p:nvSpPr>
        <p:spPr>
          <a:xfrm>
            <a:off x="411479" y="100623"/>
            <a:ext cx="5184988" cy="488609"/>
          </a:xfrm>
        </p:spPr>
        <p:txBody>
          <a:bodyPr anchor="b">
            <a:normAutofit fontScale="90000"/>
          </a:bodyPr>
          <a:lstStyle/>
          <a:p>
            <a:r>
              <a:rPr lang="en-IN" sz="2800" b="1" dirty="0">
                <a:solidFill>
                  <a:schemeClr val="tx1"/>
                </a:solidFill>
                <a:latin typeface="Times New Roman" panose="02020603050405020304" pitchFamily="18" charset="0"/>
                <a:cs typeface="Times New Roman" panose="02020603050405020304" pitchFamily="18" charset="0"/>
              </a:rPr>
              <a:t>STATEMENT OF CASH FLOWS</a:t>
            </a:r>
            <a:endParaRPr lang="en-US" sz="2800" b="1" dirty="0">
              <a:solidFill>
                <a:schemeClr val="tx1"/>
              </a:solidFill>
            </a:endParaRPr>
          </a:p>
        </p:txBody>
      </p:sp>
      <p:sp>
        <p:nvSpPr>
          <p:cNvPr id="3" name="Content Placeholder 2">
            <a:extLst>
              <a:ext uri="{FF2B5EF4-FFF2-40B4-BE49-F238E27FC236}">
                <a16:creationId xmlns:a16="http://schemas.microsoft.com/office/drawing/2014/main" id="{E8BABBFA-FF78-A1A4-2049-9576D69DEEEF}"/>
              </a:ext>
            </a:extLst>
          </p:cNvPr>
          <p:cNvSpPr>
            <a:spLocks noGrp="1"/>
          </p:cNvSpPr>
          <p:nvPr>
            <p:ph idx="1"/>
          </p:nvPr>
        </p:nvSpPr>
        <p:spPr>
          <a:xfrm>
            <a:off x="279400" y="1145288"/>
            <a:ext cx="5461001" cy="1679056"/>
          </a:xfrm>
        </p:spPr>
        <p:txBody>
          <a:bodyPr>
            <a:normAutofit lnSpcReduction="10000"/>
          </a:bodyPr>
          <a:lstStyle/>
          <a:p>
            <a:pPr>
              <a:buClr>
                <a:schemeClr val="tx1"/>
              </a:buClr>
              <a:buFont typeface="Arial" panose="020B0604020202020204" pitchFamily="34" charset="0"/>
              <a:buChar char="•"/>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Walmart's net </a:t>
            </a:r>
            <a:r>
              <a:rPr lang="en-US" sz="1600" b="1" i="0" u="none" strike="noStrike" dirty="0">
                <a:solidFill>
                  <a:srgbClr val="000000"/>
                </a:solidFill>
                <a:effectLst/>
                <a:latin typeface="Times New Roman" panose="02020603050405020304" pitchFamily="18" charset="0"/>
                <a:cs typeface="Times New Roman" panose="02020603050405020304" pitchFamily="18" charset="0"/>
              </a:rPr>
              <a:t>income increased 44.3%</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in 2024 compared to 2023, indicating increasing profitability.</a:t>
            </a:r>
            <a:r>
              <a:rPr lang="en-US" sz="1600" dirty="0">
                <a:latin typeface="Times New Roman" panose="02020603050405020304" pitchFamily="18" charset="0"/>
                <a:cs typeface="Times New Roman" panose="02020603050405020304" pitchFamily="18" charset="0"/>
              </a:rPr>
              <a:t> </a:t>
            </a:r>
          </a:p>
          <a:p>
            <a:pPr>
              <a:buClr>
                <a:schemeClr val="tx1"/>
              </a:buClr>
              <a:buFont typeface="Arial" panose="020B0604020202020204" pitchFamily="34" charset="0"/>
              <a:buChar char="•"/>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Walmart's </a:t>
            </a:r>
            <a:r>
              <a:rPr lang="en-US" sz="1600" b="1" i="0" u="none" strike="noStrike" dirty="0">
                <a:solidFill>
                  <a:srgbClr val="000000"/>
                </a:solidFill>
                <a:effectLst/>
                <a:latin typeface="Times New Roman" panose="02020603050405020304" pitchFamily="18" charset="0"/>
                <a:cs typeface="Times New Roman" panose="02020603050405020304" pitchFamily="18" charset="0"/>
              </a:rPr>
              <a:t>increasing operational efficiency </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and ability to generate cash from its core business operations are demonstrated by the </a:t>
            </a:r>
            <a:r>
              <a:rPr lang="en-US" sz="1600" b="1" i="0" u="none" strike="noStrike" dirty="0">
                <a:solidFill>
                  <a:srgbClr val="000000"/>
                </a:solidFill>
                <a:effectLst/>
                <a:latin typeface="Times New Roman" panose="02020603050405020304" pitchFamily="18" charset="0"/>
                <a:cs typeface="Times New Roman" panose="02020603050405020304" pitchFamily="18" charset="0"/>
              </a:rPr>
              <a:t>24% rise </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in cash generated from operating activities.</a:t>
            </a:r>
          </a:p>
          <a:p>
            <a:endParaRPr lang="en-US" sz="1500" dirty="0">
              <a:latin typeface="Times New Roman" panose="02020603050405020304" pitchFamily="18" charset="0"/>
              <a:cs typeface="Times New Roman" panose="02020603050405020304" pitchFamily="18" charset="0"/>
            </a:endParaRPr>
          </a:p>
        </p:txBody>
      </p:sp>
      <p:pic>
        <p:nvPicPr>
          <p:cNvPr id="4" name="Picture 3" descr="A close-up of a financial statement&#10;&#10;Description automatically generated">
            <a:extLst>
              <a:ext uri="{FF2B5EF4-FFF2-40B4-BE49-F238E27FC236}">
                <a16:creationId xmlns:a16="http://schemas.microsoft.com/office/drawing/2014/main" id="{C53182A2-062D-4732-3CEE-9E84D4C72536}"/>
              </a:ext>
            </a:extLst>
          </p:cNvPr>
          <p:cNvPicPr>
            <a:picLocks noChangeAspect="1"/>
          </p:cNvPicPr>
          <p:nvPr/>
        </p:nvPicPr>
        <p:blipFill>
          <a:blip r:embed="rId2"/>
          <a:stretch>
            <a:fillRect/>
          </a:stretch>
        </p:blipFill>
        <p:spPr>
          <a:xfrm>
            <a:off x="6231468" y="520648"/>
            <a:ext cx="5681131" cy="6069823"/>
          </a:xfrm>
          <a:prstGeom prst="rect">
            <a:avLst/>
          </a:prstGeom>
        </p:spPr>
      </p:pic>
      <p:pic>
        <p:nvPicPr>
          <p:cNvPr id="5" name="Picture 4" descr="A blue text on a black background&#10;&#10;Description automatically generated">
            <a:extLst>
              <a:ext uri="{FF2B5EF4-FFF2-40B4-BE49-F238E27FC236}">
                <a16:creationId xmlns:a16="http://schemas.microsoft.com/office/drawing/2014/main" id="{3C7BB97C-652C-3323-3515-5A33103DBE11}"/>
              </a:ext>
            </a:extLst>
          </p:cNvPr>
          <p:cNvPicPr>
            <a:picLocks noChangeAspect="1"/>
          </p:cNvPicPr>
          <p:nvPr/>
        </p:nvPicPr>
        <p:blipFill>
          <a:blip r:embed="rId3"/>
          <a:stretch>
            <a:fillRect/>
          </a:stretch>
        </p:blipFill>
        <p:spPr>
          <a:xfrm>
            <a:off x="10684934" y="25789"/>
            <a:ext cx="1507066" cy="362049"/>
          </a:xfrm>
          <a:prstGeom prst="rect">
            <a:avLst/>
          </a:prstGeom>
        </p:spPr>
      </p:pic>
      <p:sp>
        <p:nvSpPr>
          <p:cNvPr id="6" name="TextBox 5">
            <a:extLst>
              <a:ext uri="{FF2B5EF4-FFF2-40B4-BE49-F238E27FC236}">
                <a16:creationId xmlns:a16="http://schemas.microsoft.com/office/drawing/2014/main" id="{D0DC299E-DE16-75F4-0BDA-805A9AB03515}"/>
              </a:ext>
            </a:extLst>
          </p:cNvPr>
          <p:cNvSpPr txBox="1"/>
          <p:nvPr/>
        </p:nvSpPr>
        <p:spPr>
          <a:xfrm>
            <a:off x="279400" y="671282"/>
            <a:ext cx="5010912" cy="461665"/>
          </a:xfrm>
          <a:prstGeom prst="rect">
            <a:avLst/>
          </a:prstGeom>
          <a:noFill/>
        </p:spPr>
        <p:txBody>
          <a:bodyPr wrap="square" rtlCol="0">
            <a:spAutoFit/>
          </a:bodyPr>
          <a:lstStyle/>
          <a:p>
            <a:r>
              <a:rPr lang="en-US" sz="2300" dirty="0">
                <a:latin typeface="Times New Roman" panose="02020603050405020304" pitchFamily="18" charset="0"/>
                <a:cs typeface="Times New Roman" panose="02020603050405020304" pitchFamily="18" charset="0"/>
              </a:rPr>
              <a:t>Cash Flow from Operating Activities</a:t>
            </a:r>
            <a:endParaRPr lang="en-IN" sz="23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C53DF06-86E4-98DC-E49D-9B42389386F6}"/>
              </a:ext>
            </a:extLst>
          </p:cNvPr>
          <p:cNvSpPr txBox="1"/>
          <p:nvPr/>
        </p:nvSpPr>
        <p:spPr>
          <a:xfrm>
            <a:off x="279400" y="2785960"/>
            <a:ext cx="5010912" cy="461665"/>
          </a:xfrm>
          <a:prstGeom prst="rect">
            <a:avLst/>
          </a:prstGeom>
          <a:noFill/>
        </p:spPr>
        <p:txBody>
          <a:bodyPr wrap="square" rtlCol="0">
            <a:spAutoFit/>
          </a:bodyPr>
          <a:lstStyle/>
          <a:p>
            <a:r>
              <a:rPr lang="en-US" sz="2300" dirty="0">
                <a:latin typeface="Times New Roman" panose="02020603050405020304" pitchFamily="18" charset="0"/>
                <a:cs typeface="Times New Roman" panose="02020603050405020304" pitchFamily="18" charset="0"/>
              </a:rPr>
              <a:t>Cash Flow from Financing Activities</a:t>
            </a:r>
            <a:endParaRPr lang="en-IN" sz="23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2C91702B-DD42-690B-10A7-69777406108F}"/>
              </a:ext>
            </a:extLst>
          </p:cNvPr>
          <p:cNvSpPr txBox="1"/>
          <p:nvPr/>
        </p:nvSpPr>
        <p:spPr>
          <a:xfrm>
            <a:off x="279400" y="3226505"/>
            <a:ext cx="5681134" cy="1477328"/>
          </a:xfrm>
          <a:prstGeom prst="rect">
            <a:avLst/>
          </a:prstGeom>
          <a:noFill/>
        </p:spPr>
        <p:txBody>
          <a:bodyPr wrap="square" rtlCol="0">
            <a:spAutoFit/>
          </a:bodyPr>
          <a:lstStyle/>
          <a:p>
            <a:pPr marL="285750" indent="-285750">
              <a:buFont typeface="Arial" panose="020B0604020202020204" pitchFamily="34" charset="0"/>
              <a:buChar char="•"/>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Walmart </a:t>
            </a: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reduced</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its </a:t>
            </a:r>
            <a:r>
              <a:rPr kumimoji="0" lang="en-US" altLang="en-US" sz="15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cash outflow</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from financing activities by </a:t>
            </a: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21% </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2024, primarily because of reduced stock buybacks and improved debt management. </a:t>
            </a:r>
          </a:p>
          <a:p>
            <a:pPr marL="285750" indent="-285750">
              <a:buFont typeface="Arial" panose="020B0604020202020204" pitchFamily="34" charset="0"/>
              <a:buChar char="•"/>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Walmart paid off </a:t>
            </a: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$4,217 million in long-term debt</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2024, which was more than the </a:t>
            </a: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$2,689 million</a:t>
            </a: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paid off in 2023. This indicates that Walmart focused more on </a:t>
            </a:r>
            <a:r>
              <a:rPr kumimoji="0" lang="en-US" altLang="en-US" sz="1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debt and interest payments.</a:t>
            </a:r>
            <a:endParaRPr lang="en-IN" sz="1500" b="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FF88E370-C1AC-926D-C7AA-A8DB36CBD532}"/>
              </a:ext>
            </a:extLst>
          </p:cNvPr>
          <p:cNvSpPr txBox="1"/>
          <p:nvPr/>
        </p:nvSpPr>
        <p:spPr>
          <a:xfrm>
            <a:off x="279400" y="4999782"/>
            <a:ext cx="5010912" cy="461665"/>
          </a:xfrm>
          <a:prstGeom prst="rect">
            <a:avLst/>
          </a:prstGeom>
          <a:noFill/>
        </p:spPr>
        <p:txBody>
          <a:bodyPr wrap="square" rtlCol="0">
            <a:spAutoFit/>
          </a:bodyPr>
          <a:lstStyle/>
          <a:p>
            <a:r>
              <a:rPr lang="en-US" sz="2300" dirty="0">
                <a:latin typeface="Times New Roman" panose="02020603050405020304" pitchFamily="18" charset="0"/>
                <a:cs typeface="Times New Roman" panose="02020603050405020304" pitchFamily="18" charset="0"/>
              </a:rPr>
              <a:t>Cash Flow from Investing Activities</a:t>
            </a:r>
            <a:endParaRPr lang="en-IN" sz="23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D1964D2A-AD9D-DE5D-155D-7789958E5AEA}"/>
              </a:ext>
            </a:extLst>
          </p:cNvPr>
          <p:cNvSpPr txBox="1"/>
          <p:nvPr/>
        </p:nvSpPr>
        <p:spPr>
          <a:xfrm>
            <a:off x="279400" y="5444548"/>
            <a:ext cx="5816600" cy="1492716"/>
          </a:xfrm>
          <a:prstGeom prst="rect">
            <a:avLst/>
          </a:prstGeom>
          <a:noFill/>
        </p:spPr>
        <p:txBody>
          <a:bodyPr wrap="square" rtlCol="0">
            <a:spAutoFit/>
          </a:bodyPr>
          <a:lstStyle/>
          <a:p>
            <a:pPr marL="285750" indent="-285750">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Capital expenditures</a:t>
            </a:r>
            <a:r>
              <a:rPr lang="en-US" sz="1500" dirty="0">
                <a:latin typeface="Times New Roman" panose="02020603050405020304" pitchFamily="18" charset="0"/>
                <a:cs typeface="Times New Roman" panose="02020603050405020304" pitchFamily="18" charset="0"/>
              </a:rPr>
              <a:t> increased by </a:t>
            </a:r>
            <a:r>
              <a:rPr lang="en-US" sz="1500" b="1" dirty="0">
                <a:latin typeface="Times New Roman" panose="02020603050405020304" pitchFamily="18" charset="0"/>
                <a:cs typeface="Times New Roman" panose="02020603050405020304" pitchFamily="18" charset="0"/>
              </a:rPr>
              <a:t>22.2%</a:t>
            </a:r>
            <a:r>
              <a:rPr lang="en-US" sz="1500" dirty="0">
                <a:latin typeface="Times New Roman" panose="02020603050405020304" pitchFamily="18" charset="0"/>
                <a:cs typeface="Times New Roman" panose="02020603050405020304" pitchFamily="18" charset="0"/>
              </a:rPr>
              <a:t>, reflecting Walmart's significant investments in property, equipment, and automation.</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Proceeds from property/equipment disposals grew </a:t>
            </a:r>
            <a:r>
              <a:rPr lang="en-US" sz="1500" b="1" dirty="0">
                <a:latin typeface="Times New Roman" panose="02020603050405020304" pitchFamily="18" charset="0"/>
                <a:cs typeface="Times New Roman" panose="02020603050405020304" pitchFamily="18" charset="0"/>
              </a:rPr>
              <a:t>47.1%</a:t>
            </a:r>
            <a:r>
              <a:rPr lang="en-US" sz="1500" dirty="0">
                <a:latin typeface="Times New Roman" panose="02020603050405020304" pitchFamily="18" charset="0"/>
                <a:cs typeface="Times New Roman" panose="02020603050405020304" pitchFamily="18" charset="0"/>
              </a:rPr>
              <a:t>, business acquisition payments dropped </a:t>
            </a:r>
            <a:r>
              <a:rPr lang="en-US" sz="1500" b="1" dirty="0">
                <a:latin typeface="Times New Roman" panose="02020603050405020304" pitchFamily="18" charset="0"/>
                <a:cs typeface="Times New Roman" panose="02020603050405020304" pitchFamily="18" charset="0"/>
              </a:rPr>
              <a:t>98.8%</a:t>
            </a:r>
            <a:r>
              <a:rPr lang="en-US" sz="1500" dirty="0">
                <a:latin typeface="Times New Roman" panose="02020603050405020304" pitchFamily="18" charset="0"/>
                <a:cs typeface="Times New Roman" panose="02020603050405020304" pitchFamily="18" charset="0"/>
              </a:rPr>
              <a:t>, but overall cash used in investing activities increased </a:t>
            </a:r>
            <a:r>
              <a:rPr lang="en-US" sz="1500" b="1" dirty="0">
                <a:latin typeface="Times New Roman" panose="02020603050405020304" pitchFamily="18" charset="0"/>
                <a:cs typeface="Times New Roman" panose="02020603050405020304" pitchFamily="18" charset="0"/>
              </a:rPr>
              <a:t>20.1%</a:t>
            </a:r>
            <a:r>
              <a:rPr lang="en-US" sz="1500" dirty="0">
                <a:latin typeface="Times New Roman" panose="02020603050405020304" pitchFamily="18" charset="0"/>
                <a:cs typeface="Times New Roman" panose="02020603050405020304" pitchFamily="18" charset="0"/>
              </a:rPr>
              <a:t>.</a:t>
            </a:r>
          </a:p>
          <a:p>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3723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ED806-58DF-3162-C34E-A4CD3A3F3525}"/>
              </a:ext>
            </a:extLst>
          </p:cNvPr>
          <p:cNvSpPr>
            <a:spLocks noGrp="1"/>
          </p:cNvSpPr>
          <p:nvPr>
            <p:ph type="title"/>
          </p:nvPr>
        </p:nvSpPr>
        <p:spPr>
          <a:xfrm>
            <a:off x="649901" y="154361"/>
            <a:ext cx="9908032" cy="929372"/>
          </a:xfrm>
        </p:spPr>
        <p:txBody>
          <a:bodyPr/>
          <a:lstStyle/>
          <a:p>
            <a:r>
              <a:rPr lang="en-US" dirty="0"/>
              <a:t>Ratio Analysis</a:t>
            </a:r>
          </a:p>
        </p:txBody>
      </p:sp>
      <p:pic>
        <p:nvPicPr>
          <p:cNvPr id="4" name="Picture 3" descr="A blue text on a black background&#10;&#10;Description automatically generated">
            <a:extLst>
              <a:ext uri="{FF2B5EF4-FFF2-40B4-BE49-F238E27FC236}">
                <a16:creationId xmlns:a16="http://schemas.microsoft.com/office/drawing/2014/main" id="{3C5E2C37-D878-7A7C-94BB-9627B76C9AE1}"/>
              </a:ext>
            </a:extLst>
          </p:cNvPr>
          <p:cNvPicPr>
            <a:picLocks noChangeAspect="1"/>
          </p:cNvPicPr>
          <p:nvPr/>
        </p:nvPicPr>
        <p:blipFill>
          <a:blip r:embed="rId2"/>
          <a:stretch>
            <a:fillRect/>
          </a:stretch>
        </p:blipFill>
        <p:spPr>
          <a:xfrm>
            <a:off x="10684934" y="25789"/>
            <a:ext cx="1507066" cy="362049"/>
          </a:xfrm>
          <a:prstGeom prst="rect">
            <a:avLst/>
          </a:prstGeom>
        </p:spPr>
      </p:pic>
      <p:sp>
        <p:nvSpPr>
          <p:cNvPr id="5" name="Flowchart: Alternate Process 4">
            <a:extLst>
              <a:ext uri="{FF2B5EF4-FFF2-40B4-BE49-F238E27FC236}">
                <a16:creationId xmlns:a16="http://schemas.microsoft.com/office/drawing/2014/main" id="{FC4636EA-ED24-2D7B-3982-1F0C2D4D2C1B}"/>
              </a:ext>
            </a:extLst>
          </p:cNvPr>
          <p:cNvSpPr/>
          <p:nvPr/>
        </p:nvSpPr>
        <p:spPr>
          <a:xfrm>
            <a:off x="322412" y="1372552"/>
            <a:ext cx="2470413" cy="4554116"/>
          </a:xfrm>
          <a:prstGeom prst="flowChartAlternateProcess">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6" name="Flowchart: Alternate Process 5">
            <a:extLst>
              <a:ext uri="{FF2B5EF4-FFF2-40B4-BE49-F238E27FC236}">
                <a16:creationId xmlns:a16="http://schemas.microsoft.com/office/drawing/2014/main" id="{035E6AC9-3A5E-BE59-140E-6C3196D8EB69}"/>
              </a:ext>
            </a:extLst>
          </p:cNvPr>
          <p:cNvSpPr/>
          <p:nvPr/>
        </p:nvSpPr>
        <p:spPr>
          <a:xfrm>
            <a:off x="6308346" y="1372551"/>
            <a:ext cx="2470413" cy="4554117"/>
          </a:xfrm>
          <a:prstGeom prst="flowChartAlternateProcess">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800" b="0" i="0" u="none" strike="noStrike" dirty="0">
                <a:solidFill>
                  <a:srgbClr val="000000"/>
                </a:solidFill>
                <a:effectLst/>
                <a:latin typeface="Calibri" panose="020F0502020204030204" pitchFamily="34" charset="0"/>
              </a:rPr>
              <a:t>  </a:t>
            </a:r>
            <a:endParaRPr lang="en-IN" dirty="0"/>
          </a:p>
        </p:txBody>
      </p:sp>
      <p:sp>
        <p:nvSpPr>
          <p:cNvPr id="7" name="Flowchart: Alternate Process 6">
            <a:extLst>
              <a:ext uri="{FF2B5EF4-FFF2-40B4-BE49-F238E27FC236}">
                <a16:creationId xmlns:a16="http://schemas.microsoft.com/office/drawing/2014/main" id="{A267F1B1-C45C-34A1-51F4-09886EA24EF6}"/>
              </a:ext>
            </a:extLst>
          </p:cNvPr>
          <p:cNvSpPr/>
          <p:nvPr/>
        </p:nvSpPr>
        <p:spPr>
          <a:xfrm>
            <a:off x="9400256" y="1372551"/>
            <a:ext cx="2385343" cy="4554117"/>
          </a:xfrm>
          <a:prstGeom prst="flowChartAlternateProcess">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8" name="Flowchart: Alternate Process 7">
            <a:extLst>
              <a:ext uri="{FF2B5EF4-FFF2-40B4-BE49-F238E27FC236}">
                <a16:creationId xmlns:a16="http://schemas.microsoft.com/office/drawing/2014/main" id="{DC64FD0E-BFEC-6573-923E-4FFD8B107808}"/>
              </a:ext>
            </a:extLst>
          </p:cNvPr>
          <p:cNvSpPr/>
          <p:nvPr/>
        </p:nvSpPr>
        <p:spPr>
          <a:xfrm>
            <a:off x="3315379" y="1372551"/>
            <a:ext cx="2470413" cy="4554117"/>
          </a:xfrm>
          <a:prstGeom prst="flowChartAlternateProcess">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1B81D00D-EE8C-7D45-0934-E844B09CF399}"/>
              </a:ext>
            </a:extLst>
          </p:cNvPr>
          <p:cNvSpPr txBox="1"/>
          <p:nvPr/>
        </p:nvSpPr>
        <p:spPr>
          <a:xfrm>
            <a:off x="440855" y="1491493"/>
            <a:ext cx="2190009"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Liquidity Ratios </a:t>
            </a:r>
          </a:p>
        </p:txBody>
      </p:sp>
      <p:sp>
        <p:nvSpPr>
          <p:cNvPr id="10" name="TextBox 9">
            <a:extLst>
              <a:ext uri="{FF2B5EF4-FFF2-40B4-BE49-F238E27FC236}">
                <a16:creationId xmlns:a16="http://schemas.microsoft.com/office/drawing/2014/main" id="{2B83E7DF-3F4A-1291-1B15-45B110E40058}"/>
              </a:ext>
            </a:extLst>
          </p:cNvPr>
          <p:cNvSpPr txBox="1"/>
          <p:nvPr/>
        </p:nvSpPr>
        <p:spPr>
          <a:xfrm>
            <a:off x="310840" y="2192025"/>
            <a:ext cx="2455459" cy="1138773"/>
          </a:xfrm>
          <a:prstGeom prst="rect">
            <a:avLst/>
          </a:prstGeom>
          <a:noFill/>
        </p:spPr>
        <p:txBody>
          <a:bodyPr wrap="square" rtlCol="0">
            <a:spAutoFit/>
          </a:bodyPr>
          <a:lstStyle/>
          <a:p>
            <a:pPr algn="ctr"/>
            <a:r>
              <a:rPr lang="en-US" sz="1700" dirty="0">
                <a:latin typeface="Times New Roman" panose="02020603050405020304" pitchFamily="18" charset="0"/>
                <a:cs typeface="Times New Roman" panose="02020603050405020304" pitchFamily="18" charset="0"/>
              </a:rPr>
              <a:t>2024</a:t>
            </a:r>
          </a:p>
          <a:p>
            <a:r>
              <a:rPr lang="en-US" sz="1700" b="0" i="0" u="none" strike="noStrike" dirty="0">
                <a:solidFill>
                  <a:srgbClr val="000000"/>
                </a:solidFill>
                <a:effectLst/>
                <a:latin typeface="Times New Roman" panose="02020603050405020304" pitchFamily="18" charset="0"/>
                <a:cs typeface="Times New Roman" panose="02020603050405020304" pitchFamily="18" charset="0"/>
              </a:rPr>
              <a:t>Cash Ratio</a:t>
            </a:r>
            <a:r>
              <a:rPr lang="en-US" sz="1700" dirty="0">
                <a:latin typeface="Times New Roman" panose="02020603050405020304" pitchFamily="18" charset="0"/>
                <a:cs typeface="Times New Roman" panose="02020603050405020304" pitchFamily="18" charset="0"/>
              </a:rPr>
              <a:t> - </a:t>
            </a:r>
            <a:r>
              <a:rPr lang="en-US" sz="1700" b="0" i="0" u="none" strike="noStrike" dirty="0">
                <a:solidFill>
                  <a:srgbClr val="000000"/>
                </a:solidFill>
                <a:effectLst/>
                <a:latin typeface="Times New Roman" panose="02020603050405020304" pitchFamily="18" charset="0"/>
                <a:cs typeface="Times New Roman" panose="02020603050405020304" pitchFamily="18" charset="0"/>
              </a:rPr>
              <a:t>0.11</a:t>
            </a:r>
          </a:p>
          <a:p>
            <a:r>
              <a:rPr lang="en-US" sz="1700" b="0" i="0" u="none" strike="noStrike" dirty="0">
                <a:solidFill>
                  <a:srgbClr val="000000"/>
                </a:solidFill>
                <a:effectLst/>
                <a:latin typeface="Times New Roman" panose="02020603050405020304" pitchFamily="18" charset="0"/>
                <a:cs typeface="Times New Roman" panose="02020603050405020304" pitchFamily="18" charset="0"/>
              </a:rPr>
              <a:t>Quick Ratio </a:t>
            </a:r>
            <a:r>
              <a:rPr lang="en-US" sz="1700" dirty="0">
                <a:solidFill>
                  <a:srgbClr val="000000"/>
                </a:solidFill>
                <a:latin typeface="Times New Roman" panose="02020603050405020304" pitchFamily="18" charset="0"/>
                <a:cs typeface="Times New Roman" panose="02020603050405020304" pitchFamily="18" charset="0"/>
              </a:rPr>
              <a:t>- </a:t>
            </a:r>
            <a:r>
              <a:rPr lang="en-US" sz="1700" b="0" i="0" u="none" strike="noStrike" dirty="0">
                <a:solidFill>
                  <a:srgbClr val="000000"/>
                </a:solidFill>
                <a:effectLst/>
                <a:latin typeface="Times New Roman" panose="02020603050405020304" pitchFamily="18" charset="0"/>
                <a:cs typeface="Times New Roman" panose="02020603050405020304" pitchFamily="18" charset="0"/>
              </a:rPr>
              <a:t>0.24</a:t>
            </a:r>
            <a:endParaRPr lang="en-US" sz="1700" dirty="0">
              <a:solidFill>
                <a:srgbClr val="000000"/>
              </a:solidFill>
              <a:latin typeface="Times New Roman" panose="02020603050405020304" pitchFamily="18" charset="0"/>
              <a:cs typeface="Times New Roman" panose="02020603050405020304" pitchFamily="18" charset="0"/>
            </a:endParaRPr>
          </a:p>
          <a:p>
            <a:r>
              <a:rPr lang="en-US" sz="1700" b="0" i="0" u="none" strike="noStrike" dirty="0">
                <a:solidFill>
                  <a:srgbClr val="000000"/>
                </a:solidFill>
                <a:effectLst/>
                <a:latin typeface="Times New Roman" panose="02020603050405020304" pitchFamily="18" charset="0"/>
                <a:cs typeface="Times New Roman" panose="02020603050405020304" pitchFamily="18" charset="0"/>
              </a:rPr>
              <a:t>Current Ratio - 0.83</a:t>
            </a:r>
            <a:endParaRPr lang="en-US" sz="17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399DADE-A596-8CD9-C0C5-AFD23290FC2F}"/>
              </a:ext>
            </a:extLst>
          </p:cNvPr>
          <p:cNvSpPr txBox="1"/>
          <p:nvPr/>
        </p:nvSpPr>
        <p:spPr>
          <a:xfrm>
            <a:off x="349452" y="3886197"/>
            <a:ext cx="2443373" cy="1138773"/>
          </a:xfrm>
          <a:prstGeom prst="rect">
            <a:avLst/>
          </a:prstGeom>
          <a:noFill/>
        </p:spPr>
        <p:txBody>
          <a:bodyPr wrap="square" rtlCol="0">
            <a:spAutoFit/>
          </a:bodyPr>
          <a:lstStyle/>
          <a:p>
            <a:pPr algn="ctr"/>
            <a:r>
              <a:rPr lang="en-US" sz="1700" dirty="0">
                <a:latin typeface="Times New Roman" panose="02020603050405020304" pitchFamily="18" charset="0"/>
                <a:cs typeface="Times New Roman" panose="02020603050405020304" pitchFamily="18" charset="0"/>
              </a:rPr>
              <a:t>2023</a:t>
            </a:r>
          </a:p>
          <a:p>
            <a:r>
              <a:rPr lang="en-US" sz="1700" b="0" i="0" u="none" strike="noStrike" dirty="0">
                <a:solidFill>
                  <a:srgbClr val="000000"/>
                </a:solidFill>
                <a:effectLst/>
                <a:latin typeface="Times New Roman" panose="02020603050405020304" pitchFamily="18" charset="0"/>
                <a:cs typeface="Times New Roman" panose="02020603050405020304" pitchFamily="18" charset="0"/>
              </a:rPr>
              <a:t>Cash Ratio</a:t>
            </a:r>
            <a:r>
              <a:rPr lang="en-US" sz="1700" dirty="0">
                <a:latin typeface="Times New Roman" panose="02020603050405020304" pitchFamily="18" charset="0"/>
                <a:cs typeface="Times New Roman" panose="02020603050405020304" pitchFamily="18" charset="0"/>
              </a:rPr>
              <a:t> - </a:t>
            </a:r>
            <a:r>
              <a:rPr lang="en-US" sz="1700" b="0" i="0" u="none" strike="noStrike" dirty="0">
                <a:solidFill>
                  <a:srgbClr val="000000"/>
                </a:solidFill>
                <a:effectLst/>
                <a:latin typeface="Times New Roman" panose="02020603050405020304" pitchFamily="18" charset="0"/>
                <a:cs typeface="Times New Roman" panose="02020603050405020304" pitchFamily="18" charset="0"/>
              </a:rPr>
              <a:t>0.094</a:t>
            </a:r>
            <a:endParaRPr lang="en-US" sz="1700" dirty="0">
              <a:solidFill>
                <a:srgbClr val="000000"/>
              </a:solidFill>
              <a:latin typeface="Times New Roman" panose="02020603050405020304" pitchFamily="18" charset="0"/>
              <a:cs typeface="Times New Roman" panose="02020603050405020304" pitchFamily="18" charset="0"/>
            </a:endParaRPr>
          </a:p>
          <a:p>
            <a:r>
              <a:rPr lang="en-US" sz="1700" b="0" i="0" u="none" strike="noStrike" dirty="0">
                <a:solidFill>
                  <a:srgbClr val="000000"/>
                </a:solidFill>
                <a:effectLst/>
                <a:latin typeface="Times New Roman" panose="02020603050405020304" pitchFamily="18" charset="0"/>
                <a:cs typeface="Times New Roman" panose="02020603050405020304" pitchFamily="18" charset="0"/>
              </a:rPr>
              <a:t>Quick Ratio </a:t>
            </a:r>
            <a:r>
              <a:rPr lang="en-US" sz="1700" dirty="0">
                <a:solidFill>
                  <a:srgbClr val="000000"/>
                </a:solidFill>
                <a:latin typeface="Times New Roman" panose="02020603050405020304" pitchFamily="18" charset="0"/>
                <a:cs typeface="Times New Roman" panose="02020603050405020304" pitchFamily="18" charset="0"/>
              </a:rPr>
              <a:t>- </a:t>
            </a:r>
            <a:r>
              <a:rPr lang="en-US" sz="1700" b="0" i="0" u="none" strike="noStrike" dirty="0">
                <a:solidFill>
                  <a:srgbClr val="000000"/>
                </a:solidFill>
                <a:effectLst/>
                <a:latin typeface="Times New Roman" panose="02020603050405020304" pitchFamily="18" charset="0"/>
                <a:cs typeface="Times New Roman" panose="02020603050405020304" pitchFamily="18" charset="0"/>
              </a:rPr>
              <a:t>0.21</a:t>
            </a:r>
            <a:endParaRPr lang="en-US" sz="1700" dirty="0">
              <a:solidFill>
                <a:srgbClr val="000000"/>
              </a:solidFill>
              <a:latin typeface="Times New Roman" panose="02020603050405020304" pitchFamily="18" charset="0"/>
              <a:cs typeface="Times New Roman" panose="02020603050405020304" pitchFamily="18" charset="0"/>
            </a:endParaRPr>
          </a:p>
          <a:p>
            <a:r>
              <a:rPr lang="en-US" sz="1700" b="0" i="0" u="none" strike="noStrike" dirty="0">
                <a:solidFill>
                  <a:srgbClr val="000000"/>
                </a:solidFill>
                <a:effectLst/>
                <a:latin typeface="Times New Roman" panose="02020603050405020304" pitchFamily="18" charset="0"/>
                <a:cs typeface="Times New Roman" panose="02020603050405020304" pitchFamily="18" charset="0"/>
              </a:rPr>
              <a:t>Current Ratio - 0.82</a:t>
            </a:r>
            <a:endParaRPr lang="en-US" sz="17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DD3376C-8A82-4BEB-B532-CDFB56694677}"/>
              </a:ext>
            </a:extLst>
          </p:cNvPr>
          <p:cNvSpPr txBox="1"/>
          <p:nvPr/>
        </p:nvSpPr>
        <p:spPr>
          <a:xfrm>
            <a:off x="3496840" y="1491494"/>
            <a:ext cx="2190009"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Solvency Ratios </a:t>
            </a:r>
          </a:p>
        </p:txBody>
      </p:sp>
      <p:sp>
        <p:nvSpPr>
          <p:cNvPr id="13" name="TextBox 12">
            <a:extLst>
              <a:ext uri="{FF2B5EF4-FFF2-40B4-BE49-F238E27FC236}">
                <a16:creationId xmlns:a16="http://schemas.microsoft.com/office/drawing/2014/main" id="{9DC6B347-0AC8-5273-ADAA-DF7D4D582E7C}"/>
              </a:ext>
            </a:extLst>
          </p:cNvPr>
          <p:cNvSpPr txBox="1"/>
          <p:nvPr/>
        </p:nvSpPr>
        <p:spPr>
          <a:xfrm>
            <a:off x="3384414" y="2153102"/>
            <a:ext cx="2386424" cy="1661993"/>
          </a:xfrm>
          <a:prstGeom prst="rect">
            <a:avLst/>
          </a:prstGeom>
          <a:noFill/>
        </p:spPr>
        <p:txBody>
          <a:bodyPr wrap="square" rtlCol="0">
            <a:spAutoFit/>
          </a:bodyPr>
          <a:lstStyle/>
          <a:p>
            <a:pPr algn="ctr"/>
            <a:r>
              <a:rPr lang="en-US" sz="1700" dirty="0">
                <a:latin typeface="Times New Roman" panose="02020603050405020304" pitchFamily="18" charset="0"/>
                <a:cs typeface="Times New Roman" panose="02020603050405020304" pitchFamily="18" charset="0"/>
              </a:rPr>
              <a:t>2024</a:t>
            </a:r>
          </a:p>
          <a:p>
            <a:r>
              <a:rPr lang="en-US" sz="1700" b="0" i="0" u="none" strike="noStrike" dirty="0">
                <a:solidFill>
                  <a:srgbClr val="000000"/>
                </a:solidFill>
                <a:effectLst/>
                <a:latin typeface="Times New Roman" panose="02020603050405020304" pitchFamily="18" charset="0"/>
                <a:cs typeface="Times New Roman" panose="02020603050405020304" pitchFamily="18" charset="0"/>
              </a:rPr>
              <a:t>Debt to Equity ratio</a:t>
            </a:r>
            <a:r>
              <a:rPr lang="en-US" sz="1700" dirty="0">
                <a:latin typeface="Times New Roman" panose="02020603050405020304" pitchFamily="18" charset="0"/>
                <a:cs typeface="Times New Roman" panose="02020603050405020304" pitchFamily="18" charset="0"/>
              </a:rPr>
              <a:t> - </a:t>
            </a:r>
            <a:r>
              <a:rPr lang="en-US" sz="1700" b="0" i="0" u="none" strike="noStrike" dirty="0">
                <a:solidFill>
                  <a:srgbClr val="000000"/>
                </a:solidFill>
                <a:effectLst/>
                <a:latin typeface="Times New Roman" panose="02020603050405020304" pitchFamily="18" charset="0"/>
                <a:cs typeface="Times New Roman" panose="02020603050405020304" pitchFamily="18" charset="0"/>
              </a:rPr>
              <a:t> 1.63</a:t>
            </a:r>
          </a:p>
          <a:p>
            <a:r>
              <a:rPr lang="en-US" sz="1700" b="0" i="0" u="none" strike="noStrike" dirty="0">
                <a:solidFill>
                  <a:srgbClr val="000000"/>
                </a:solidFill>
                <a:effectLst/>
                <a:latin typeface="Times New Roman" panose="02020603050405020304" pitchFamily="18" charset="0"/>
                <a:cs typeface="Times New Roman" panose="02020603050405020304" pitchFamily="18" charset="0"/>
              </a:rPr>
              <a:t>Debt to asset ratio - 0.58</a:t>
            </a:r>
          </a:p>
          <a:p>
            <a:r>
              <a:rPr lang="en-US" sz="1700" b="0" i="0" u="none" strike="noStrike" dirty="0">
                <a:solidFill>
                  <a:srgbClr val="000000"/>
                </a:solidFill>
                <a:effectLst/>
                <a:latin typeface="Times New Roman" panose="02020603050405020304" pitchFamily="18" charset="0"/>
                <a:cs typeface="Times New Roman" panose="02020603050405020304" pitchFamily="18" charset="0"/>
              </a:rPr>
              <a:t>Interest Coverage Ratio </a:t>
            </a:r>
            <a:r>
              <a:rPr lang="en-US" sz="1700" dirty="0">
                <a:solidFill>
                  <a:srgbClr val="000000"/>
                </a:solidFill>
                <a:latin typeface="Times New Roman" panose="02020603050405020304" pitchFamily="18" charset="0"/>
                <a:cs typeface="Times New Roman" panose="02020603050405020304" pitchFamily="18" charset="0"/>
              </a:rPr>
              <a:t>- </a:t>
            </a:r>
            <a:r>
              <a:rPr lang="en-US" sz="1700" b="0" i="0" u="none" strike="noStrike" dirty="0">
                <a:solidFill>
                  <a:srgbClr val="000000"/>
                </a:solidFill>
                <a:effectLst/>
                <a:latin typeface="Times New Roman" panose="02020603050405020304" pitchFamily="18" charset="0"/>
                <a:cs typeface="Times New Roman" panose="02020603050405020304" pitchFamily="18" charset="0"/>
              </a:rPr>
              <a:t>13.64</a:t>
            </a:r>
            <a:r>
              <a:rPr lang="en-US" sz="1700" dirty="0">
                <a:latin typeface="Times New Roman" panose="02020603050405020304" pitchFamily="18" charset="0"/>
                <a:cs typeface="Times New Roman" panose="02020603050405020304" pitchFamily="18" charset="0"/>
              </a:rPr>
              <a:t> </a:t>
            </a:r>
          </a:p>
        </p:txBody>
      </p:sp>
      <p:sp>
        <p:nvSpPr>
          <p:cNvPr id="14" name="TextBox 13">
            <a:extLst>
              <a:ext uri="{FF2B5EF4-FFF2-40B4-BE49-F238E27FC236}">
                <a16:creationId xmlns:a16="http://schemas.microsoft.com/office/drawing/2014/main" id="{B76A9BFC-8153-28A2-6A7D-F9547FD1E40B}"/>
              </a:ext>
            </a:extLst>
          </p:cNvPr>
          <p:cNvSpPr txBox="1"/>
          <p:nvPr/>
        </p:nvSpPr>
        <p:spPr>
          <a:xfrm>
            <a:off x="3357373" y="3926232"/>
            <a:ext cx="2386424" cy="1338828"/>
          </a:xfrm>
          <a:prstGeom prst="rect">
            <a:avLst/>
          </a:prstGeom>
          <a:noFill/>
        </p:spPr>
        <p:txBody>
          <a:bodyPr wrap="square" rtlCol="0">
            <a:spAutoFit/>
          </a:bodyPr>
          <a:lstStyle/>
          <a:p>
            <a:pPr algn="ctr"/>
            <a:r>
              <a:rPr lang="en-US" sz="1600" dirty="0">
                <a:latin typeface="Times New Roman" panose="02020603050405020304" pitchFamily="18" charset="0"/>
                <a:cs typeface="Times New Roman" panose="02020603050405020304" pitchFamily="18" charset="0"/>
              </a:rPr>
              <a:t>2023</a:t>
            </a:r>
          </a:p>
          <a:p>
            <a:r>
              <a:rPr lang="en-US" sz="1600" b="0" i="0" u="none" strike="noStrike" dirty="0">
                <a:solidFill>
                  <a:srgbClr val="000000"/>
                </a:solidFill>
                <a:effectLst/>
                <a:latin typeface="Times New Roman" panose="02020603050405020304" pitchFamily="18" charset="0"/>
                <a:cs typeface="Times New Roman" panose="02020603050405020304" pitchFamily="18" charset="0"/>
              </a:rPr>
              <a:t>Debt to Equity ratio</a:t>
            </a:r>
            <a:r>
              <a:rPr lang="en-US" sz="1600" dirty="0">
                <a:latin typeface="Times New Roman" panose="02020603050405020304" pitchFamily="18" charset="0"/>
                <a:cs typeface="Times New Roman" panose="02020603050405020304" pitchFamily="18" charset="0"/>
              </a:rPr>
              <a:t> - </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1.61</a:t>
            </a:r>
          </a:p>
          <a:p>
            <a:r>
              <a:rPr lang="en-US" sz="1600" b="0" i="0" u="none" strike="noStrike" dirty="0">
                <a:solidFill>
                  <a:srgbClr val="000000"/>
                </a:solidFill>
                <a:effectLst/>
                <a:latin typeface="Times New Roman" panose="02020603050405020304" pitchFamily="18" charset="0"/>
                <a:cs typeface="Times New Roman" panose="02020603050405020304" pitchFamily="18" charset="0"/>
              </a:rPr>
              <a:t>Debt to asset ratio - 0.55</a:t>
            </a:r>
          </a:p>
          <a:p>
            <a:r>
              <a:rPr lang="en-US" sz="1600" b="0" i="0" u="none" strike="noStrike" dirty="0">
                <a:solidFill>
                  <a:srgbClr val="000000"/>
                </a:solidFill>
                <a:effectLst/>
                <a:latin typeface="Times New Roman" panose="02020603050405020304" pitchFamily="18" charset="0"/>
                <a:cs typeface="Times New Roman" panose="02020603050405020304" pitchFamily="18" charset="0"/>
              </a:rPr>
              <a:t>Interest Coverage Ratio </a:t>
            </a:r>
            <a:r>
              <a:rPr lang="en-US" sz="1600" dirty="0">
                <a:solidFill>
                  <a:srgbClr val="000000"/>
                </a:solidFill>
                <a:latin typeface="Times New Roman" panose="02020603050405020304" pitchFamily="18" charset="0"/>
                <a:cs typeface="Times New Roman" panose="02020603050405020304" pitchFamily="18" charset="0"/>
              </a:rPr>
              <a:t>– </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11.50</a:t>
            </a:r>
            <a:r>
              <a:rPr lang="en-US" sz="1600" dirty="0">
                <a:latin typeface="Times New Roman" panose="02020603050405020304" pitchFamily="18" charset="0"/>
                <a:cs typeface="Times New Roman" panose="02020603050405020304" pitchFamily="18" charset="0"/>
              </a:rPr>
              <a:t> </a:t>
            </a:r>
          </a:p>
        </p:txBody>
      </p:sp>
      <p:sp>
        <p:nvSpPr>
          <p:cNvPr id="15" name="TextBox 14">
            <a:extLst>
              <a:ext uri="{FF2B5EF4-FFF2-40B4-BE49-F238E27FC236}">
                <a16:creationId xmlns:a16="http://schemas.microsoft.com/office/drawing/2014/main" id="{27D7929D-95DD-645C-9EBF-90EA00AC4D0D}"/>
              </a:ext>
            </a:extLst>
          </p:cNvPr>
          <p:cNvSpPr txBox="1"/>
          <p:nvPr/>
        </p:nvSpPr>
        <p:spPr>
          <a:xfrm>
            <a:off x="6448547" y="1424610"/>
            <a:ext cx="2111253" cy="830997"/>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Profitability Ratios </a:t>
            </a:r>
          </a:p>
        </p:txBody>
      </p:sp>
      <p:sp>
        <p:nvSpPr>
          <p:cNvPr id="16" name="TextBox 15">
            <a:extLst>
              <a:ext uri="{FF2B5EF4-FFF2-40B4-BE49-F238E27FC236}">
                <a16:creationId xmlns:a16="http://schemas.microsoft.com/office/drawing/2014/main" id="{2CAA1FA5-2B68-59B9-21CF-9239E4B6C00C}"/>
              </a:ext>
            </a:extLst>
          </p:cNvPr>
          <p:cNvSpPr txBox="1"/>
          <p:nvPr/>
        </p:nvSpPr>
        <p:spPr>
          <a:xfrm>
            <a:off x="9561136" y="1532417"/>
            <a:ext cx="2190009"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Activity Ratios </a:t>
            </a:r>
          </a:p>
        </p:txBody>
      </p:sp>
      <p:sp>
        <p:nvSpPr>
          <p:cNvPr id="17" name="TextBox 16">
            <a:extLst>
              <a:ext uri="{FF2B5EF4-FFF2-40B4-BE49-F238E27FC236}">
                <a16:creationId xmlns:a16="http://schemas.microsoft.com/office/drawing/2014/main" id="{14B16A85-C61B-6270-ACCF-C17FEFFA6D14}"/>
              </a:ext>
            </a:extLst>
          </p:cNvPr>
          <p:cNvSpPr txBox="1"/>
          <p:nvPr/>
        </p:nvSpPr>
        <p:spPr>
          <a:xfrm>
            <a:off x="6392335" y="2192025"/>
            <a:ext cx="2386424" cy="1677382"/>
          </a:xfrm>
          <a:prstGeom prst="rect">
            <a:avLst/>
          </a:prstGeom>
          <a:noFill/>
        </p:spPr>
        <p:txBody>
          <a:bodyPr wrap="square" rtlCol="0">
            <a:spAutoFit/>
          </a:bodyPr>
          <a:lstStyle/>
          <a:p>
            <a:pPr algn="ctr"/>
            <a:r>
              <a:rPr lang="en-US" sz="1700" dirty="0">
                <a:latin typeface="Times New Roman" panose="02020603050405020304" pitchFamily="18" charset="0"/>
                <a:cs typeface="Times New Roman" panose="02020603050405020304" pitchFamily="18" charset="0"/>
              </a:rPr>
              <a:t>2024</a:t>
            </a:r>
          </a:p>
          <a:p>
            <a:r>
              <a:rPr lang="en-US" sz="1700" b="0" i="0" u="none" strike="noStrike" dirty="0">
                <a:solidFill>
                  <a:srgbClr val="000000"/>
                </a:solidFill>
                <a:effectLst/>
                <a:latin typeface="Times New Roman" panose="02020603050405020304" pitchFamily="18" charset="0"/>
                <a:cs typeface="Times New Roman" panose="02020603050405020304" pitchFamily="18" charset="0"/>
              </a:rPr>
              <a:t>Gross Profit Ratio </a:t>
            </a:r>
            <a:r>
              <a:rPr lang="en-US" sz="1700" dirty="0">
                <a:latin typeface="Times New Roman" panose="02020603050405020304" pitchFamily="18" charset="0"/>
                <a:cs typeface="Times New Roman" panose="02020603050405020304" pitchFamily="18" charset="0"/>
              </a:rPr>
              <a:t>-</a:t>
            </a:r>
            <a:r>
              <a:rPr lang="en-US" sz="17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700" dirty="0">
                <a:solidFill>
                  <a:srgbClr val="000000"/>
                </a:solidFill>
                <a:latin typeface="Times New Roman" panose="02020603050405020304" pitchFamily="18" charset="0"/>
                <a:cs typeface="Times New Roman" panose="02020603050405020304" pitchFamily="18" charset="0"/>
              </a:rPr>
              <a:t>23.73%</a:t>
            </a:r>
          </a:p>
          <a:p>
            <a:r>
              <a:rPr lang="en-US" sz="1700" dirty="0">
                <a:solidFill>
                  <a:srgbClr val="000000"/>
                </a:solidFill>
                <a:latin typeface="Times New Roman" panose="02020603050405020304" pitchFamily="18" charset="0"/>
                <a:cs typeface="Times New Roman" panose="02020603050405020304" pitchFamily="18" charset="0"/>
              </a:rPr>
              <a:t>Return on Assets </a:t>
            </a:r>
            <a:r>
              <a:rPr lang="en-US" sz="17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800" b="0" i="0" u="none" strike="noStrike" dirty="0">
                <a:solidFill>
                  <a:srgbClr val="000000"/>
                </a:solidFill>
                <a:effectLst/>
                <a:latin typeface="Calibri" panose="020F0502020204030204" pitchFamily="34" charset="0"/>
              </a:rPr>
              <a:t>6.26%</a:t>
            </a:r>
          </a:p>
          <a:p>
            <a:r>
              <a:rPr lang="en-US" sz="1700" b="0" i="0" u="none" strike="noStrike" dirty="0">
                <a:solidFill>
                  <a:srgbClr val="000000"/>
                </a:solidFill>
                <a:effectLst/>
                <a:latin typeface="Times New Roman" panose="02020603050405020304" pitchFamily="18" charset="0"/>
                <a:cs typeface="Times New Roman" panose="02020603050405020304" pitchFamily="18" charset="0"/>
              </a:rPr>
              <a:t>Net Profit Ratio </a:t>
            </a:r>
            <a:r>
              <a:rPr lang="en-US" dirty="0">
                <a:solidFill>
                  <a:srgbClr val="000000"/>
                </a:solidFill>
                <a:latin typeface="Calibri" panose="020F0502020204030204" pitchFamily="34" charset="0"/>
                <a:cs typeface="Times New Roman" panose="02020603050405020304" pitchFamily="18" charset="0"/>
              </a:rPr>
              <a:t>– 2.39%</a:t>
            </a:r>
            <a:endParaRPr lang="en-US" sz="1700" b="0" i="0" u="none" strike="noStrike" dirty="0">
              <a:solidFill>
                <a:srgbClr val="000000"/>
              </a:solidFill>
              <a:effectLst/>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74510203-855F-060A-51E5-15271D787DB3}"/>
              </a:ext>
            </a:extLst>
          </p:cNvPr>
          <p:cNvSpPr txBox="1"/>
          <p:nvPr/>
        </p:nvSpPr>
        <p:spPr>
          <a:xfrm>
            <a:off x="9400256" y="2059138"/>
            <a:ext cx="2350348" cy="1815882"/>
          </a:xfrm>
          <a:prstGeom prst="rect">
            <a:avLst/>
          </a:prstGeom>
          <a:noFill/>
        </p:spPr>
        <p:txBody>
          <a:bodyPr wrap="square" rtlCol="0">
            <a:spAutoFit/>
          </a:bodyPr>
          <a:lstStyle/>
          <a:p>
            <a:pPr algn="ctr"/>
            <a:r>
              <a:rPr lang="en-US" sz="1600" dirty="0">
                <a:latin typeface="Times New Roman" panose="02020603050405020304" pitchFamily="18" charset="0"/>
                <a:cs typeface="Times New Roman" panose="02020603050405020304" pitchFamily="18" charset="0"/>
              </a:rPr>
              <a:t>2024</a:t>
            </a:r>
          </a:p>
          <a:p>
            <a:r>
              <a:rPr lang="en-US" sz="1600" dirty="0">
                <a:solidFill>
                  <a:srgbClr val="000000"/>
                </a:solidFill>
                <a:latin typeface="Times New Roman" panose="02020603050405020304" pitchFamily="18" charset="0"/>
                <a:cs typeface="Times New Roman" panose="02020603050405020304" pitchFamily="18" charset="0"/>
              </a:rPr>
              <a:t>Asset Turnover Ratio – 2.62</a:t>
            </a:r>
          </a:p>
          <a:p>
            <a:r>
              <a:rPr lang="en-US" sz="1600" dirty="0">
                <a:solidFill>
                  <a:srgbClr val="000000"/>
                </a:solidFill>
                <a:latin typeface="Times New Roman" panose="02020603050405020304" pitchFamily="18" charset="0"/>
                <a:cs typeface="Times New Roman" panose="02020603050405020304" pitchFamily="18" charset="0"/>
              </a:rPr>
              <a:t>Inventory Turnover Ratio – 8.79</a:t>
            </a:r>
          </a:p>
          <a:p>
            <a:r>
              <a:rPr lang="en-US" sz="1600" dirty="0">
                <a:solidFill>
                  <a:srgbClr val="000000"/>
                </a:solidFill>
                <a:latin typeface="Times New Roman" panose="02020603050405020304" pitchFamily="18" charset="0"/>
                <a:cs typeface="Times New Roman" panose="02020603050405020304" pitchFamily="18" charset="0"/>
              </a:rPr>
              <a:t>Days Inventory Outstanding – 41.52 days</a:t>
            </a:r>
          </a:p>
        </p:txBody>
      </p:sp>
      <p:sp>
        <p:nvSpPr>
          <p:cNvPr id="21" name="TextBox 20">
            <a:extLst>
              <a:ext uri="{FF2B5EF4-FFF2-40B4-BE49-F238E27FC236}">
                <a16:creationId xmlns:a16="http://schemas.microsoft.com/office/drawing/2014/main" id="{D42F4F5E-D189-7A30-7493-5ED6832C1607}"/>
              </a:ext>
            </a:extLst>
          </p:cNvPr>
          <p:cNvSpPr txBox="1"/>
          <p:nvPr/>
        </p:nvSpPr>
        <p:spPr>
          <a:xfrm>
            <a:off x="6329759" y="3926232"/>
            <a:ext cx="2386424" cy="1692771"/>
          </a:xfrm>
          <a:prstGeom prst="rect">
            <a:avLst/>
          </a:prstGeom>
          <a:noFill/>
        </p:spPr>
        <p:txBody>
          <a:bodyPr wrap="square" rtlCol="0">
            <a:spAutoFit/>
          </a:bodyPr>
          <a:lstStyle/>
          <a:p>
            <a:pPr algn="ctr"/>
            <a:r>
              <a:rPr lang="en-US" sz="1700" dirty="0">
                <a:latin typeface="Times New Roman" panose="02020603050405020304" pitchFamily="18" charset="0"/>
                <a:cs typeface="Times New Roman" panose="02020603050405020304" pitchFamily="18" charset="0"/>
              </a:rPr>
              <a:t>2023</a:t>
            </a:r>
          </a:p>
          <a:p>
            <a:r>
              <a:rPr lang="en-US" sz="1700" b="0" i="0" u="none" strike="noStrike" dirty="0">
                <a:solidFill>
                  <a:srgbClr val="000000"/>
                </a:solidFill>
                <a:effectLst/>
                <a:latin typeface="Times New Roman" panose="02020603050405020304" pitchFamily="18" charset="0"/>
                <a:cs typeface="Times New Roman" panose="02020603050405020304" pitchFamily="18" charset="0"/>
              </a:rPr>
              <a:t>Gross Profit Ratio </a:t>
            </a:r>
            <a:r>
              <a:rPr lang="en-US" sz="1700" dirty="0">
                <a:latin typeface="Times New Roman" panose="02020603050405020304" pitchFamily="18" charset="0"/>
                <a:cs typeface="Times New Roman" panose="02020603050405020304" pitchFamily="18" charset="0"/>
              </a:rPr>
              <a:t>-</a:t>
            </a:r>
            <a:r>
              <a:rPr lang="en-US" sz="17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700" dirty="0">
                <a:solidFill>
                  <a:srgbClr val="000000"/>
                </a:solidFill>
                <a:latin typeface="Times New Roman" panose="02020603050405020304" pitchFamily="18" charset="0"/>
                <a:cs typeface="Times New Roman" panose="02020603050405020304" pitchFamily="18" charset="0"/>
              </a:rPr>
              <a:t>23.46%</a:t>
            </a:r>
          </a:p>
          <a:p>
            <a:r>
              <a:rPr lang="en-US" sz="1700" dirty="0">
                <a:solidFill>
                  <a:srgbClr val="000000"/>
                </a:solidFill>
                <a:latin typeface="Times New Roman" panose="02020603050405020304" pitchFamily="18" charset="0"/>
                <a:cs typeface="Times New Roman" panose="02020603050405020304" pitchFamily="18" charset="0"/>
              </a:rPr>
              <a:t>Return on Assets </a:t>
            </a:r>
            <a:r>
              <a:rPr lang="en-US" sz="17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800" b="0" i="0" u="none" strike="noStrike" dirty="0">
                <a:solidFill>
                  <a:srgbClr val="000000"/>
                </a:solidFill>
                <a:effectLst/>
                <a:latin typeface="Calibri" panose="020F0502020204030204" pitchFamily="34" charset="0"/>
              </a:rPr>
              <a:t>4.89%</a:t>
            </a:r>
          </a:p>
          <a:p>
            <a:r>
              <a:rPr lang="en-US" sz="1700" b="0" i="0" u="none" strike="noStrike" dirty="0">
                <a:solidFill>
                  <a:srgbClr val="000000"/>
                </a:solidFill>
                <a:effectLst/>
                <a:latin typeface="Times New Roman" panose="02020603050405020304" pitchFamily="18" charset="0"/>
                <a:cs typeface="Times New Roman" panose="02020603050405020304" pitchFamily="18" charset="0"/>
              </a:rPr>
              <a:t>Net Profit Ratio </a:t>
            </a:r>
            <a:r>
              <a:rPr lang="en-US" dirty="0">
                <a:solidFill>
                  <a:srgbClr val="000000"/>
                </a:solidFill>
                <a:latin typeface="Calibri" panose="020F0502020204030204" pitchFamily="34" charset="0"/>
                <a:cs typeface="Times New Roman" panose="02020603050405020304" pitchFamily="18" charset="0"/>
              </a:rPr>
              <a:t>– 1.91%</a:t>
            </a:r>
            <a:endParaRPr lang="en-US" sz="1700" b="0" i="0" u="none" strike="noStrike" dirty="0">
              <a:solidFill>
                <a:srgbClr val="000000"/>
              </a:solidFill>
              <a:effectLst/>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CE352CFE-F578-AB48-0FBF-C389D78BAC6C}"/>
              </a:ext>
            </a:extLst>
          </p:cNvPr>
          <p:cNvSpPr txBox="1"/>
          <p:nvPr/>
        </p:nvSpPr>
        <p:spPr>
          <a:xfrm>
            <a:off x="9417753" y="3940076"/>
            <a:ext cx="2350348" cy="1815882"/>
          </a:xfrm>
          <a:prstGeom prst="rect">
            <a:avLst/>
          </a:prstGeom>
          <a:noFill/>
        </p:spPr>
        <p:txBody>
          <a:bodyPr wrap="square" rtlCol="0">
            <a:spAutoFit/>
          </a:bodyPr>
          <a:lstStyle/>
          <a:p>
            <a:pPr algn="ctr"/>
            <a:r>
              <a:rPr lang="en-US" sz="1600" dirty="0">
                <a:latin typeface="Times New Roman" panose="02020603050405020304" pitchFamily="18" charset="0"/>
                <a:cs typeface="Times New Roman" panose="02020603050405020304" pitchFamily="18" charset="0"/>
              </a:rPr>
              <a:t>2023</a:t>
            </a:r>
          </a:p>
          <a:p>
            <a:r>
              <a:rPr lang="en-US" sz="1600" dirty="0">
                <a:solidFill>
                  <a:srgbClr val="000000"/>
                </a:solidFill>
                <a:latin typeface="Times New Roman" panose="02020603050405020304" pitchFamily="18" charset="0"/>
                <a:cs typeface="Times New Roman" panose="02020603050405020304" pitchFamily="18" charset="0"/>
              </a:rPr>
              <a:t>Asset Turnover Ratio – 2.56</a:t>
            </a:r>
          </a:p>
          <a:p>
            <a:r>
              <a:rPr lang="en-US" sz="1600" dirty="0">
                <a:solidFill>
                  <a:srgbClr val="000000"/>
                </a:solidFill>
                <a:latin typeface="Times New Roman" panose="02020603050405020304" pitchFamily="18" charset="0"/>
                <a:cs typeface="Times New Roman" panose="02020603050405020304" pitchFamily="18" charset="0"/>
              </a:rPr>
              <a:t>Inventory Turnover Ratio – 8.30</a:t>
            </a:r>
          </a:p>
          <a:p>
            <a:r>
              <a:rPr lang="en-US" sz="1600" dirty="0">
                <a:solidFill>
                  <a:srgbClr val="000000"/>
                </a:solidFill>
                <a:latin typeface="Times New Roman" panose="02020603050405020304" pitchFamily="18" charset="0"/>
                <a:cs typeface="Times New Roman" panose="02020603050405020304" pitchFamily="18" charset="0"/>
              </a:rPr>
              <a:t>Days Inventory Outstanding – 43.98 days</a:t>
            </a:r>
          </a:p>
        </p:txBody>
      </p:sp>
    </p:spTree>
    <p:extLst>
      <p:ext uri="{BB962C8B-B14F-4D97-AF65-F5344CB8AC3E}">
        <p14:creationId xmlns:p14="http://schemas.microsoft.com/office/powerpoint/2010/main" val="2866254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
            <a:extLst>
              <a:ext uri="{FF2B5EF4-FFF2-40B4-BE49-F238E27FC236}">
                <a16:creationId xmlns:a16="http://schemas.microsoft.com/office/drawing/2014/main" id="{25D3E096-7DA5-9472-230A-2A271C6BEA1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1999" cy="6942667"/>
          </a:xfrm>
        </p:spPr>
      </p:pic>
      <p:pic>
        <p:nvPicPr>
          <p:cNvPr id="6" name="Picture 5" descr="A blue text on a black background&#10;&#10;Description automatically generated">
            <a:extLst>
              <a:ext uri="{FF2B5EF4-FFF2-40B4-BE49-F238E27FC236}">
                <a16:creationId xmlns:a16="http://schemas.microsoft.com/office/drawing/2014/main" id="{EDD6BEDF-3C70-4553-A4AC-ED8B1933BEE8}"/>
              </a:ext>
            </a:extLst>
          </p:cNvPr>
          <p:cNvPicPr>
            <a:picLocks noChangeAspect="1"/>
          </p:cNvPicPr>
          <p:nvPr/>
        </p:nvPicPr>
        <p:blipFill>
          <a:blip r:embed="rId3"/>
          <a:stretch>
            <a:fillRect/>
          </a:stretch>
        </p:blipFill>
        <p:spPr>
          <a:xfrm>
            <a:off x="10684933" y="6495951"/>
            <a:ext cx="1507066" cy="362049"/>
          </a:xfrm>
          <a:prstGeom prst="rect">
            <a:avLst/>
          </a:prstGeom>
        </p:spPr>
      </p:pic>
    </p:spTree>
    <p:extLst>
      <p:ext uri="{BB962C8B-B14F-4D97-AF65-F5344CB8AC3E}">
        <p14:creationId xmlns:p14="http://schemas.microsoft.com/office/powerpoint/2010/main" val="40544779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26908CC-6AC4-4222-8250-B90B6072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2F606D8-696E-4B76-BB10-43672AA147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2751" y="302429"/>
            <a:ext cx="11550506" cy="6053922"/>
          </a:xfrm>
          <a:prstGeom prst="rect">
            <a:avLst/>
          </a:prstGeom>
          <a:solidFill>
            <a:schemeClr val="bg1"/>
          </a:solidFill>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Content Placeholder 4" descr="A graphic of a swot analysis">
            <a:extLst>
              <a:ext uri="{FF2B5EF4-FFF2-40B4-BE49-F238E27FC236}">
                <a16:creationId xmlns:a16="http://schemas.microsoft.com/office/drawing/2014/main" id="{C13F0DA2-E0EB-114C-20F1-B462F6ADCF71}"/>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r="-1" b="166"/>
          <a:stretch/>
        </p:blipFill>
        <p:spPr>
          <a:xfrm>
            <a:off x="352751" y="302429"/>
            <a:ext cx="11550506" cy="6053920"/>
          </a:xfrm>
          <a:prstGeom prst="rect">
            <a:avLst/>
          </a:prstGeom>
        </p:spPr>
      </p:pic>
      <p:sp>
        <p:nvSpPr>
          <p:cNvPr id="14" name="Rectangle 13">
            <a:extLst>
              <a:ext uri="{FF2B5EF4-FFF2-40B4-BE49-F238E27FC236}">
                <a16:creationId xmlns:a16="http://schemas.microsoft.com/office/drawing/2014/main" id="{3ABF1881-5AFD-48F9-979A-19EE2FE30A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78608" y="2735029"/>
            <a:ext cx="148286" cy="1188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802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560AFAAC-EA6C-45A9-9E03-C9C9F0193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person lifting a barbell&#10;&#10;Description automatically generated">
            <a:extLst>
              <a:ext uri="{FF2B5EF4-FFF2-40B4-BE49-F238E27FC236}">
                <a16:creationId xmlns:a16="http://schemas.microsoft.com/office/drawing/2014/main" id="{50E3A0F6-C213-5465-9CBE-ED7DC294978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24598" r="-1" b="-1"/>
          <a:stretch/>
        </p:blipFill>
        <p:spPr>
          <a:xfrm>
            <a:off x="5088466" y="10"/>
            <a:ext cx="7103533" cy="6857990"/>
          </a:xfrm>
          <a:custGeom>
            <a:avLst/>
            <a:gdLst/>
            <a:ahLst/>
            <a:cxnLst/>
            <a:rect l="l" t="t" r="r" b="b"/>
            <a:pathLst>
              <a:path w="7308978" h="6858000">
                <a:moveTo>
                  <a:pt x="0" y="0"/>
                </a:moveTo>
                <a:lnTo>
                  <a:pt x="7308978" y="0"/>
                </a:lnTo>
                <a:lnTo>
                  <a:pt x="7308978" y="6858000"/>
                </a:lnTo>
                <a:lnTo>
                  <a:pt x="0" y="6858000"/>
                </a:lnTo>
                <a:lnTo>
                  <a:pt x="62983" y="6788730"/>
                </a:lnTo>
                <a:cubicBezTo>
                  <a:pt x="773509" y="5928900"/>
                  <a:pt x="1212978" y="4741056"/>
                  <a:pt x="1212978" y="3429000"/>
                </a:cubicBezTo>
                <a:cubicBezTo>
                  <a:pt x="1212978" y="2116944"/>
                  <a:pt x="773509" y="929100"/>
                  <a:pt x="62983" y="69271"/>
                </a:cubicBezTo>
                <a:close/>
              </a:path>
            </a:pathLst>
          </a:custGeom>
        </p:spPr>
      </p:pic>
      <p:sp useBgFill="1">
        <p:nvSpPr>
          <p:cNvPr id="37" name="Freeform: Shape 36">
            <a:extLst>
              <a:ext uri="{FF2B5EF4-FFF2-40B4-BE49-F238E27FC236}">
                <a16:creationId xmlns:a16="http://schemas.microsoft.com/office/drawing/2014/main" id="{83549E37-C86B-4401-90BD-D8BF83859F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3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3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3" y="0"/>
                </a:lnTo>
                <a:lnTo>
                  <a:pt x="4946006" y="69271"/>
                </a:lnTo>
                <a:cubicBezTo>
                  <a:pt x="5656532" y="929100"/>
                  <a:pt x="6096001" y="2116944"/>
                  <a:pt x="6096001" y="3429000"/>
                </a:cubicBezTo>
                <a:cubicBezTo>
                  <a:pt x="6096001" y="4741056"/>
                  <a:pt x="5656532" y="5928900"/>
                  <a:pt x="4946006" y="6788730"/>
                </a:cubicBezTo>
                <a:lnTo>
                  <a:pt x="4883023"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8" name="Freeform: Shape 37">
            <a:extLst>
              <a:ext uri="{FF2B5EF4-FFF2-40B4-BE49-F238E27FC236}">
                <a16:creationId xmlns:a16="http://schemas.microsoft.com/office/drawing/2014/main" id="{8A17784E-76D8-4521-A77D-0D2EBB9230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6857" cy="6858000"/>
          </a:xfrm>
          <a:custGeom>
            <a:avLst/>
            <a:gdLst>
              <a:gd name="connsiteX0" fmla="*/ 0 w 6086857"/>
              <a:gd name="connsiteY0" fmla="*/ 0 h 6858000"/>
              <a:gd name="connsiteX1" fmla="*/ 4873879 w 6086857"/>
              <a:gd name="connsiteY1" fmla="*/ 0 h 6858000"/>
              <a:gd name="connsiteX2" fmla="*/ 4936862 w 6086857"/>
              <a:gd name="connsiteY2" fmla="*/ 69271 h 6858000"/>
              <a:gd name="connsiteX3" fmla="*/ 6086857 w 6086857"/>
              <a:gd name="connsiteY3" fmla="*/ 3429000 h 6858000"/>
              <a:gd name="connsiteX4" fmla="*/ 4936862 w 6086857"/>
              <a:gd name="connsiteY4" fmla="*/ 6788730 h 6858000"/>
              <a:gd name="connsiteX5" fmla="*/ 4873879 w 6086857"/>
              <a:gd name="connsiteY5" fmla="*/ 6858000 h 6858000"/>
              <a:gd name="connsiteX6" fmla="*/ 0 w 608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6857" h="6858000">
                <a:moveTo>
                  <a:pt x="0" y="0"/>
                </a:moveTo>
                <a:lnTo>
                  <a:pt x="4873879" y="0"/>
                </a:lnTo>
                <a:lnTo>
                  <a:pt x="4936862" y="69271"/>
                </a:lnTo>
                <a:cubicBezTo>
                  <a:pt x="5647388" y="929100"/>
                  <a:pt x="6086857" y="2116944"/>
                  <a:pt x="6086857" y="3429000"/>
                </a:cubicBezTo>
                <a:cubicBezTo>
                  <a:pt x="6086857" y="4741056"/>
                  <a:pt x="5647388" y="5928900"/>
                  <a:pt x="4936862" y="6788730"/>
                </a:cubicBezTo>
                <a:lnTo>
                  <a:pt x="487387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C0036C6B-F09C-4EAB-AE02-8D056EE748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24325"/>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FC8D5885-2804-4D3C-BE31-902E4D32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769" y="2195336"/>
            <a:ext cx="498348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TextBox 40">
            <a:extLst>
              <a:ext uri="{FF2B5EF4-FFF2-40B4-BE49-F238E27FC236}">
                <a16:creationId xmlns:a16="http://schemas.microsoft.com/office/drawing/2014/main" id="{5D7734EE-007E-14FA-76FA-8757B2293FC4}"/>
              </a:ext>
            </a:extLst>
          </p:cNvPr>
          <p:cNvSpPr txBox="1"/>
          <p:nvPr/>
        </p:nvSpPr>
        <p:spPr>
          <a:xfrm>
            <a:off x="256370" y="2311282"/>
            <a:ext cx="5065776" cy="4392963"/>
          </a:xfrm>
          <a:prstGeom prst="rect">
            <a:avLst/>
          </a:prstGeom>
        </p:spPr>
        <p:txBody>
          <a:bodyPr vert="horz" lIns="91440" tIns="45720" rIns="91440" bIns="45720" rtlCol="0" anchor="t">
            <a:noAutofit/>
          </a:bodyPr>
          <a:lstStyle/>
          <a:p>
            <a:pPr marL="342900" indent="-285750">
              <a:spcAft>
                <a:spcPts val="600"/>
              </a:spcAft>
              <a:buFont typeface="Arial" panose="020B0604020202020204" pitchFamily="34" charset="0"/>
              <a:buChar char="•"/>
            </a:pPr>
            <a:r>
              <a:rPr lang="en-US" sz="1500" b="1" i="0" u="none" strike="noStrike" dirty="0">
                <a:effectLst/>
                <a:latin typeface="Times New Roman" panose="02020603050405020304" pitchFamily="18" charset="0"/>
                <a:cs typeface="Times New Roman" panose="02020603050405020304" pitchFamily="18" charset="0"/>
              </a:rPr>
              <a:t>Good Reputation:</a:t>
            </a:r>
            <a:r>
              <a:rPr lang="en-US" sz="1500" b="1" dirty="0">
                <a:latin typeface="Times New Roman" panose="02020603050405020304" pitchFamily="18" charset="0"/>
                <a:cs typeface="Times New Roman" panose="02020603050405020304" pitchFamily="18" charset="0"/>
              </a:rPr>
              <a:t> </a:t>
            </a:r>
            <a:r>
              <a:rPr lang="en-US" sz="1500" b="0" i="0" u="none" strike="noStrike" dirty="0">
                <a:effectLst/>
                <a:latin typeface="Times New Roman" panose="02020603050405020304" pitchFamily="18" charset="0"/>
                <a:cs typeface="Times New Roman" panose="02020603050405020304" pitchFamily="18" charset="0"/>
              </a:rPr>
              <a:t>One of the largest retailers in the world, Walmart has a strong reputation as a brand. It has significant advantages over competitors, including economies of scale.</a:t>
            </a:r>
          </a:p>
          <a:p>
            <a:pPr marL="342900" indent="-285750">
              <a:spcAft>
                <a:spcPts val="600"/>
              </a:spcAft>
              <a:buFont typeface="Arial" panose="020B0604020202020204" pitchFamily="34" charset="0"/>
              <a:buChar char="•"/>
            </a:pPr>
            <a:r>
              <a:rPr lang="en-US" altLang="en-US" sz="1500" b="1" dirty="0">
                <a:latin typeface="Times New Roman" panose="02020603050405020304" pitchFamily="18" charset="0"/>
                <a:cs typeface="Times New Roman" panose="02020603050405020304" pitchFamily="18" charset="0"/>
              </a:rPr>
              <a:t>Massive scale and worldwide reach, </a:t>
            </a:r>
            <a:r>
              <a:rPr lang="en-US" altLang="en-US" sz="1500" dirty="0">
                <a:latin typeface="Times New Roman" panose="02020603050405020304" pitchFamily="18" charset="0"/>
                <a:cs typeface="Times New Roman" panose="02020603050405020304" pitchFamily="18" charset="0"/>
              </a:rPr>
              <a:t>with more than 10,500 outlets spread over 24 nations.</a:t>
            </a:r>
          </a:p>
          <a:p>
            <a:pPr marL="342900" indent="-285750">
              <a:spcAft>
                <a:spcPts val="600"/>
              </a:spcAft>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Robust Financial Performance: </a:t>
            </a:r>
            <a:r>
              <a:rPr lang="en-US" sz="1500" dirty="0">
                <a:latin typeface="Times New Roman" panose="02020603050405020304" pitchFamily="18" charset="0"/>
                <a:cs typeface="Times New Roman" panose="02020603050405020304" pitchFamily="18" charset="0"/>
              </a:rPr>
              <a:t>Robust cash flows and steady revenue growth (FY 2024: $648 billion) show sound financial standing.</a:t>
            </a:r>
          </a:p>
          <a:p>
            <a:pPr marL="342900" indent="-285750">
              <a:spcAft>
                <a:spcPts val="600"/>
              </a:spcAft>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Cost Leadership: </a:t>
            </a:r>
            <a:r>
              <a:rPr lang="en-US" sz="1500" dirty="0">
                <a:latin typeface="Times New Roman" panose="02020603050405020304" pitchFamily="18" charset="0"/>
                <a:cs typeface="Times New Roman" panose="02020603050405020304" pitchFamily="18" charset="0"/>
              </a:rPr>
              <a:t>Walmart's economies of scale allows it to offer low prices, maintaining a competitive edge. </a:t>
            </a:r>
          </a:p>
          <a:p>
            <a:pPr marL="342900" indent="-285750">
              <a:spcAft>
                <a:spcPts val="600"/>
              </a:spcAft>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E-commerce Growth: </a:t>
            </a:r>
            <a:r>
              <a:rPr lang="en-US" sz="1500" dirty="0">
                <a:latin typeface="Times New Roman" panose="02020603050405020304" pitchFamily="18" charset="0"/>
                <a:cs typeface="Times New Roman" panose="02020603050405020304" pitchFamily="18" charset="0"/>
              </a:rPr>
              <a:t>Walmart's digital transformation, which includes partnerships and online sales, enhances its omnichannel reputation.</a:t>
            </a:r>
          </a:p>
          <a:p>
            <a:pPr marL="342900" indent="-285750">
              <a:spcAft>
                <a:spcPts val="600"/>
              </a:spcAft>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Effective Supply Chain: </a:t>
            </a:r>
            <a:r>
              <a:rPr lang="en-US" sz="1500" dirty="0">
                <a:latin typeface="Times New Roman" panose="02020603050405020304" pitchFamily="18" charset="0"/>
                <a:cs typeface="Times New Roman" panose="02020603050405020304" pitchFamily="18" charset="0"/>
              </a:rPr>
              <a:t>Modern logistics, automation, and technological expenditures guarantee effective operations.</a:t>
            </a:r>
          </a:p>
          <a:p>
            <a:pPr marL="342900" indent="-285750">
              <a:spcAft>
                <a:spcPts val="600"/>
              </a:spcAft>
              <a:buFont typeface="Arial" panose="020B0604020202020204" pitchFamily="34" charset="0"/>
              <a:buChar char="•"/>
            </a:pPr>
            <a:endParaRPr lang="en-US" sz="1500" b="1" dirty="0">
              <a:latin typeface="Times New Roman" panose="02020603050405020304" pitchFamily="18" charset="0"/>
              <a:cs typeface="Times New Roman" panose="02020603050405020304" pitchFamily="18" charset="0"/>
            </a:endParaRPr>
          </a:p>
          <a:p>
            <a:pPr marL="285750" indent="-228600">
              <a:spcAft>
                <a:spcPts val="600"/>
              </a:spcAft>
              <a:buFont typeface="Arial" panose="020B0604020202020204" pitchFamily="34" charset="0"/>
              <a:buChar char="•"/>
            </a:pPr>
            <a:endParaRPr lang="en-US" sz="1500" b="1" dirty="0"/>
          </a:p>
        </p:txBody>
      </p:sp>
      <p:pic>
        <p:nvPicPr>
          <p:cNvPr id="14" name="Picture 13" descr="A blue text on a black background&#10;&#10;Description automatically generated">
            <a:extLst>
              <a:ext uri="{FF2B5EF4-FFF2-40B4-BE49-F238E27FC236}">
                <a16:creationId xmlns:a16="http://schemas.microsoft.com/office/drawing/2014/main" id="{63FF7F2E-63CA-DD7E-AA4D-07429431E3D5}"/>
              </a:ext>
            </a:extLst>
          </p:cNvPr>
          <p:cNvPicPr>
            <a:picLocks noChangeAspect="1"/>
          </p:cNvPicPr>
          <p:nvPr/>
        </p:nvPicPr>
        <p:blipFill>
          <a:blip r:embed="rId4"/>
          <a:stretch>
            <a:fillRect/>
          </a:stretch>
        </p:blipFill>
        <p:spPr>
          <a:xfrm>
            <a:off x="10684933" y="6495951"/>
            <a:ext cx="1507066" cy="362049"/>
          </a:xfrm>
          <a:prstGeom prst="rect">
            <a:avLst/>
          </a:prstGeom>
        </p:spPr>
      </p:pic>
      <p:sp>
        <p:nvSpPr>
          <p:cNvPr id="16" name="TextBox 15">
            <a:extLst>
              <a:ext uri="{FF2B5EF4-FFF2-40B4-BE49-F238E27FC236}">
                <a16:creationId xmlns:a16="http://schemas.microsoft.com/office/drawing/2014/main" id="{C0CCF202-5F42-CA3A-0F0D-96C2A3F93EA0}"/>
              </a:ext>
            </a:extLst>
          </p:cNvPr>
          <p:cNvSpPr txBox="1"/>
          <p:nvPr/>
        </p:nvSpPr>
        <p:spPr>
          <a:xfrm>
            <a:off x="437769" y="1256236"/>
            <a:ext cx="4405164" cy="446276"/>
          </a:xfrm>
          <a:prstGeom prst="rect">
            <a:avLst/>
          </a:prstGeom>
          <a:noFill/>
        </p:spPr>
        <p:txBody>
          <a:bodyPr wrap="square" rtlCol="0">
            <a:spAutoFit/>
          </a:bodyPr>
          <a:lstStyle/>
          <a:p>
            <a:r>
              <a:rPr lang="en-US" sz="2300" b="1" dirty="0">
                <a:latin typeface="Times New Roman" panose="02020603050405020304" pitchFamily="18" charset="0"/>
                <a:cs typeface="Times New Roman" panose="02020603050405020304" pitchFamily="18" charset="0"/>
              </a:rPr>
              <a:t>STRENGHTS</a:t>
            </a:r>
          </a:p>
        </p:txBody>
      </p:sp>
    </p:spTree>
    <p:extLst>
      <p:ext uri="{BB962C8B-B14F-4D97-AF65-F5344CB8AC3E}">
        <p14:creationId xmlns:p14="http://schemas.microsoft.com/office/powerpoint/2010/main" val="1082429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9F27744B-47AB-4459-8C2F-1D5EE63A3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descr="A store front with a sign">
            <a:extLst>
              <a:ext uri="{FF2B5EF4-FFF2-40B4-BE49-F238E27FC236}">
                <a16:creationId xmlns:a16="http://schemas.microsoft.com/office/drawing/2014/main" id="{8C29115C-CA5D-C0CF-14CE-532C5023F14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1" b="105"/>
          <a:stretch/>
        </p:blipFill>
        <p:spPr>
          <a:xfrm>
            <a:off x="1" y="10"/>
            <a:ext cx="6865165" cy="6857990"/>
          </a:xfrm>
          <a:custGeom>
            <a:avLst/>
            <a:gdLst/>
            <a:ahLst/>
            <a:cxnLst/>
            <a:rect l="l" t="t" r="r" b="b"/>
            <a:pathLst>
              <a:path w="6865165" h="6858000">
                <a:moveTo>
                  <a:pt x="0" y="0"/>
                </a:moveTo>
                <a:lnTo>
                  <a:pt x="6865165" y="0"/>
                </a:lnTo>
                <a:lnTo>
                  <a:pt x="6859621" y="22952"/>
                </a:lnTo>
                <a:cubicBezTo>
                  <a:pt x="6623056" y="1069835"/>
                  <a:pt x="6492240" y="2220824"/>
                  <a:pt x="6492240" y="3429001"/>
                </a:cubicBezTo>
                <a:cubicBezTo>
                  <a:pt x="6492240" y="4637179"/>
                  <a:pt x="6623056" y="5788167"/>
                  <a:pt x="6859621" y="6835050"/>
                </a:cubicBezTo>
                <a:lnTo>
                  <a:pt x="6865165" y="6858000"/>
                </a:lnTo>
                <a:lnTo>
                  <a:pt x="0" y="6858000"/>
                </a:lnTo>
                <a:close/>
              </a:path>
            </a:pathLst>
          </a:custGeom>
        </p:spPr>
      </p:pic>
      <p:sp useBgFill="1">
        <p:nvSpPr>
          <p:cNvPr id="33" name="Freeform: Shape 32">
            <a:extLst>
              <a:ext uri="{FF2B5EF4-FFF2-40B4-BE49-F238E27FC236}">
                <a16:creationId xmlns:a16="http://schemas.microsoft.com/office/drawing/2014/main" id="{7D266DCC-5218-4AE0-B964-6FC2EA3BD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240" y="0"/>
            <a:ext cx="5699760" cy="6858000"/>
          </a:xfrm>
          <a:custGeom>
            <a:avLst/>
            <a:gdLst>
              <a:gd name="connsiteX0" fmla="*/ 365648 w 5588548"/>
              <a:gd name="connsiteY0" fmla="*/ 0 h 6858000"/>
              <a:gd name="connsiteX1" fmla="*/ 5588548 w 5588548"/>
              <a:gd name="connsiteY1" fmla="*/ 0 h 6858000"/>
              <a:gd name="connsiteX2" fmla="*/ 5588548 w 5588548"/>
              <a:gd name="connsiteY2" fmla="*/ 6858000 h 6858000"/>
              <a:gd name="connsiteX3" fmla="*/ 365648 w 5588548"/>
              <a:gd name="connsiteY3" fmla="*/ 6858000 h 6858000"/>
              <a:gd name="connsiteX4" fmla="*/ 360213 w 5588548"/>
              <a:gd name="connsiteY4" fmla="*/ 6835050 h 6858000"/>
              <a:gd name="connsiteX5" fmla="*/ 0 w 5588548"/>
              <a:gd name="connsiteY5" fmla="*/ 3429001 h 6858000"/>
              <a:gd name="connsiteX6" fmla="*/ 360213 w 5588548"/>
              <a:gd name="connsiteY6" fmla="*/ 229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88548" h="6858000">
                <a:moveTo>
                  <a:pt x="365648" y="0"/>
                </a:moveTo>
                <a:lnTo>
                  <a:pt x="5588548" y="0"/>
                </a:lnTo>
                <a:lnTo>
                  <a:pt x="5588548" y="6858000"/>
                </a:lnTo>
                <a:lnTo>
                  <a:pt x="365648" y="6858000"/>
                </a:lnTo>
                <a:lnTo>
                  <a:pt x="360213" y="6835050"/>
                </a:lnTo>
                <a:cubicBezTo>
                  <a:pt x="128263" y="5788167"/>
                  <a:pt x="0" y="4637179"/>
                  <a:pt x="0" y="3429001"/>
                </a:cubicBezTo>
                <a:cubicBezTo>
                  <a:pt x="0" y="2220824"/>
                  <a:pt x="128263" y="1069835"/>
                  <a:pt x="360213" y="22952"/>
                </a:cubicBezTo>
                <a:close/>
              </a:path>
            </a:pathLst>
          </a:custGeom>
          <a:ln w="9525">
            <a:solidFill>
              <a:schemeClr val="tx2">
                <a:lumMod val="10000"/>
                <a:lumOff val="90000"/>
              </a:schemeClr>
            </a:solidFill>
          </a:ln>
          <a:effectLst>
            <a:outerShdw blurRad="50800" dist="38100" dir="10800000" algn="r"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4" name="Freeform: Shape 33">
            <a:extLst>
              <a:ext uri="{FF2B5EF4-FFF2-40B4-BE49-F238E27FC236}">
                <a16:creationId xmlns:a16="http://schemas.microsoft.com/office/drawing/2014/main" id="{973DE4F1-1583-4AE3-9696-9659D27C5F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1384" y="0"/>
            <a:ext cx="5690616" cy="6858000"/>
          </a:xfrm>
          <a:custGeom>
            <a:avLst/>
            <a:gdLst>
              <a:gd name="connsiteX0" fmla="*/ 372925 w 5690616"/>
              <a:gd name="connsiteY0" fmla="*/ 0 h 6858000"/>
              <a:gd name="connsiteX1" fmla="*/ 5690616 w 5690616"/>
              <a:gd name="connsiteY1" fmla="*/ 0 h 6858000"/>
              <a:gd name="connsiteX2" fmla="*/ 5690616 w 5690616"/>
              <a:gd name="connsiteY2" fmla="*/ 6858000 h 6858000"/>
              <a:gd name="connsiteX3" fmla="*/ 372925 w 5690616"/>
              <a:gd name="connsiteY3" fmla="*/ 6858000 h 6858000"/>
              <a:gd name="connsiteX4" fmla="*/ 367381 w 5690616"/>
              <a:gd name="connsiteY4" fmla="*/ 6835050 h 6858000"/>
              <a:gd name="connsiteX5" fmla="*/ 0 w 5690616"/>
              <a:gd name="connsiteY5" fmla="*/ 3429001 h 6858000"/>
              <a:gd name="connsiteX6" fmla="*/ 367381 w 5690616"/>
              <a:gd name="connsiteY6" fmla="*/ 229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90616" h="6858000">
                <a:moveTo>
                  <a:pt x="372925" y="0"/>
                </a:moveTo>
                <a:lnTo>
                  <a:pt x="5690616" y="0"/>
                </a:lnTo>
                <a:lnTo>
                  <a:pt x="5690616" y="6858000"/>
                </a:lnTo>
                <a:lnTo>
                  <a:pt x="372925" y="6858000"/>
                </a:lnTo>
                <a:lnTo>
                  <a:pt x="367381" y="6835050"/>
                </a:lnTo>
                <a:cubicBezTo>
                  <a:pt x="130816" y="5788167"/>
                  <a:pt x="0" y="4637179"/>
                  <a:pt x="0" y="3429001"/>
                </a:cubicBezTo>
                <a:cubicBezTo>
                  <a:pt x="0" y="2220824"/>
                  <a:pt x="130816" y="1069835"/>
                  <a:pt x="367381" y="22952"/>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D6297641-8B9F-4767-9606-8A1131322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89864"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id="{FD3C8959-A2A1-469E-8619-82F077E33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4495" y="2182390"/>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D6D640A6-0E98-9171-09DC-0B34F69F0541}"/>
              </a:ext>
            </a:extLst>
          </p:cNvPr>
          <p:cNvSpPr txBox="1"/>
          <p:nvPr/>
        </p:nvSpPr>
        <p:spPr>
          <a:xfrm>
            <a:off x="7255563" y="2440100"/>
            <a:ext cx="4485861" cy="3834804"/>
          </a:xfrm>
          <a:prstGeom prst="rect">
            <a:avLst/>
          </a:prstGeom>
        </p:spPr>
        <p:txBody>
          <a:bodyPr vert="horz" lIns="91440" tIns="45720" rIns="91440" bIns="45720" rtlCol="0" anchor="t">
            <a:normAutofit/>
          </a:bodyPr>
          <a:lstStyle/>
          <a:p>
            <a:pPr indent="-228600">
              <a:spcAft>
                <a:spcPts val="600"/>
              </a:spcAft>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WEAKNESSES</a:t>
            </a:r>
          </a:p>
          <a:p>
            <a:pPr indent="-228600">
              <a:spcAft>
                <a:spcPts val="600"/>
              </a:spcAft>
              <a:buFont typeface="Arial" panose="020B0604020202020204" pitchFamily="34" charset="0"/>
              <a:buChar char="•"/>
            </a:pPr>
            <a:endParaRPr lang="en-US" sz="1400" b="1" dirty="0">
              <a:latin typeface="Times New Roman" panose="02020603050405020304" pitchFamily="18" charset="0"/>
              <a:cs typeface="Times New Roman" panose="02020603050405020304" pitchFamily="18" charset="0"/>
            </a:endParaRPr>
          </a:p>
          <a:p>
            <a:pPr marL="285750" indent="-228600">
              <a:spcAft>
                <a:spcPts val="600"/>
              </a:spcAft>
              <a:buFont typeface="Arial" panose="020B0604020202020204" pitchFamily="34" charset="0"/>
              <a:buChar char="•"/>
            </a:pPr>
            <a:r>
              <a:rPr lang="en-US" sz="1500" i="0" u="none" strike="noStrike" dirty="0">
                <a:effectLst/>
                <a:latin typeface="Times New Roman" panose="02020603050405020304" pitchFamily="18" charset="0"/>
                <a:cs typeface="Times New Roman" panose="02020603050405020304" pitchFamily="18" charset="0"/>
              </a:rPr>
              <a:t>Low pay, inadequate benefits, and a lack of safety regulations are labor difficulties. High employee turnover results from this.</a:t>
            </a:r>
          </a:p>
          <a:p>
            <a:pPr marL="285750" indent="-228600">
              <a:spcAft>
                <a:spcPts val="600"/>
              </a:spcAft>
              <a:buFont typeface="Arial" panose="020B0604020202020204" pitchFamily="34" charset="0"/>
              <a:buChar char="•"/>
            </a:pPr>
            <a:r>
              <a:rPr lang="en-US" sz="1500" i="0" u="none" strike="noStrike" dirty="0">
                <a:effectLst/>
                <a:latin typeface="Times New Roman" panose="02020603050405020304" pitchFamily="18" charset="0"/>
                <a:cs typeface="Times New Roman" panose="02020603050405020304" pitchFamily="18" charset="0"/>
              </a:rPr>
              <a:t>E-commerce businesses are falling behind competitors such as Amazon in areas like product selection, shipping time, and customer experience.</a:t>
            </a:r>
            <a:r>
              <a:rPr lang="en-US" sz="1500" dirty="0">
                <a:latin typeface="Times New Roman" panose="02020603050405020304" pitchFamily="18" charset="0"/>
                <a:cs typeface="Times New Roman" panose="02020603050405020304" pitchFamily="18" charset="0"/>
              </a:rPr>
              <a:t> </a:t>
            </a:r>
          </a:p>
          <a:p>
            <a:pPr marL="285750" indent="-228600">
              <a:spcAft>
                <a:spcPts val="600"/>
              </a:spcAf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E</a:t>
            </a:r>
            <a:r>
              <a:rPr lang="en-US" sz="1500" b="0" i="0" u="none" strike="noStrike" dirty="0">
                <a:effectLst/>
                <a:latin typeface="Times New Roman" panose="02020603050405020304" pitchFamily="18" charset="0"/>
                <a:cs typeface="Times New Roman" panose="02020603050405020304" pitchFamily="18" charset="0"/>
              </a:rPr>
              <a:t>xcessive reliance on the US market to generate the majority of income.</a:t>
            </a:r>
            <a:r>
              <a:rPr lang="en-US" sz="1500" dirty="0">
                <a:latin typeface="Times New Roman" panose="02020603050405020304" pitchFamily="18" charset="0"/>
                <a:cs typeface="Times New Roman" panose="02020603050405020304" pitchFamily="18" charset="0"/>
              </a:rPr>
              <a:t> </a:t>
            </a:r>
          </a:p>
          <a:p>
            <a:pPr marL="285750" indent="-228600">
              <a:spcAft>
                <a:spcPts val="600"/>
              </a:spcAf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Slow International Growth: Challenges in foreign markets (e.g., exits from Germany and South Korea) limit its global expansion.</a:t>
            </a:r>
          </a:p>
          <a:p>
            <a:pPr indent="-228600">
              <a:spcAft>
                <a:spcPts val="600"/>
              </a:spcAft>
              <a:buFont typeface="Arial" panose="020B0604020202020204" pitchFamily="34" charset="0"/>
              <a:buChar char="•"/>
            </a:pPr>
            <a:endParaRPr lang="en-US" sz="1400" dirty="0"/>
          </a:p>
          <a:p>
            <a:pPr indent="-228600">
              <a:spcAft>
                <a:spcPts val="600"/>
              </a:spcAft>
              <a:buFont typeface="Arial" panose="020B0604020202020204" pitchFamily="34" charset="0"/>
              <a:buChar char="•"/>
            </a:pPr>
            <a:endParaRPr lang="en-US" sz="1400" dirty="0"/>
          </a:p>
        </p:txBody>
      </p:sp>
    </p:spTree>
    <p:extLst>
      <p:ext uri="{BB962C8B-B14F-4D97-AF65-F5344CB8AC3E}">
        <p14:creationId xmlns:p14="http://schemas.microsoft.com/office/powerpoint/2010/main" val="1808771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ign on a building&#10;&#10;Description automatically generated">
            <a:extLst>
              <a:ext uri="{FF2B5EF4-FFF2-40B4-BE49-F238E27FC236}">
                <a16:creationId xmlns:a16="http://schemas.microsoft.com/office/drawing/2014/main" id="{8D08A369-CC31-BBEE-7E22-883084F5BA5D}"/>
              </a:ext>
            </a:extLst>
          </p:cNvPr>
          <p:cNvPicPr>
            <a:picLocks noChangeAspect="1"/>
          </p:cNvPicPr>
          <p:nvPr/>
        </p:nvPicPr>
        <p:blipFill>
          <a:blip r:embed="rId2">
            <a:extLst>
              <a:ext uri="{28A0092B-C50C-407E-A947-70E740481C1C}">
                <a14:useLocalDpi xmlns:a14="http://schemas.microsoft.com/office/drawing/2010/main" val="0"/>
              </a:ext>
            </a:extLst>
          </a:blip>
          <a:srcRect l="10790" r="7357" b="1"/>
          <a:stretch/>
        </p:blipFill>
        <p:spPr>
          <a:xfrm>
            <a:off x="4842933" y="10"/>
            <a:ext cx="7349066" cy="6857990"/>
          </a:xfrm>
          <a:prstGeom prst="rect">
            <a:avLst/>
          </a:prstGeom>
        </p:spPr>
      </p:pic>
      <p:sp>
        <p:nvSpPr>
          <p:cNvPr id="14" name="Rectangle 13">
            <a:extLst>
              <a:ext uri="{FF2B5EF4-FFF2-40B4-BE49-F238E27FC236}">
                <a16:creationId xmlns:a16="http://schemas.microsoft.com/office/drawing/2014/main" id="{8A6DB0E6-E65F-4229-A5A0-2500203B6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ED5D709-E024-A286-4E40-5B7E9B46C806}"/>
              </a:ext>
            </a:extLst>
          </p:cNvPr>
          <p:cNvSpPr>
            <a:spLocks noGrp="1"/>
          </p:cNvSpPr>
          <p:nvPr>
            <p:ph type="title"/>
          </p:nvPr>
        </p:nvSpPr>
        <p:spPr>
          <a:xfrm>
            <a:off x="371094" y="1161288"/>
            <a:ext cx="3438144" cy="1124712"/>
          </a:xfrm>
        </p:spPr>
        <p:txBody>
          <a:bodyPr anchor="b">
            <a:normAutofit/>
          </a:bodyPr>
          <a:lstStyle/>
          <a:p>
            <a:r>
              <a:rPr lang="en-US" sz="2300" dirty="0">
                <a:solidFill>
                  <a:schemeClr val="bg1"/>
                </a:solidFill>
                <a:latin typeface="Times New Roman" panose="02020603050405020304" pitchFamily="18" charset="0"/>
                <a:cs typeface="Times New Roman" panose="02020603050405020304" pitchFamily="18" charset="0"/>
              </a:rPr>
              <a:t>OPPORTUNITIES</a:t>
            </a:r>
          </a:p>
        </p:txBody>
      </p:sp>
      <p:sp>
        <p:nvSpPr>
          <p:cNvPr id="16" name="Rectangle 15">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ontent Placeholder 8">
            <a:extLst>
              <a:ext uri="{FF2B5EF4-FFF2-40B4-BE49-F238E27FC236}">
                <a16:creationId xmlns:a16="http://schemas.microsoft.com/office/drawing/2014/main" id="{738982C9-27F1-36D0-BD09-51E9B2F4F5D6}"/>
              </a:ext>
            </a:extLst>
          </p:cNvPr>
          <p:cNvSpPr>
            <a:spLocks noGrp="1"/>
          </p:cNvSpPr>
          <p:nvPr>
            <p:ph idx="1"/>
          </p:nvPr>
        </p:nvSpPr>
        <p:spPr>
          <a:xfrm>
            <a:off x="150960" y="2654723"/>
            <a:ext cx="5648706" cy="3619077"/>
          </a:xfrm>
        </p:spPr>
        <p:txBody>
          <a:bodyPr anchor="t">
            <a:normAutofit/>
          </a:bodyPr>
          <a:lstStyle/>
          <a:p>
            <a:r>
              <a:rPr lang="en-US" sz="1500" b="1" i="0" u="none" strike="noStrike" dirty="0">
                <a:solidFill>
                  <a:schemeClr val="bg1"/>
                </a:solidFill>
                <a:effectLst/>
                <a:latin typeface="Times New Roman" panose="02020603050405020304" pitchFamily="18" charset="0"/>
                <a:cs typeface="Times New Roman" panose="02020603050405020304" pitchFamily="18" charset="0"/>
              </a:rPr>
              <a:t>Technology and E-Commerce: </a:t>
            </a:r>
            <a:r>
              <a:rPr lang="en-US" sz="1500" b="0" i="0" u="none" strike="noStrike" dirty="0">
                <a:solidFill>
                  <a:schemeClr val="bg1"/>
                </a:solidFill>
                <a:effectLst/>
                <a:latin typeface="Times New Roman" panose="02020603050405020304" pitchFamily="18" charset="0"/>
                <a:cs typeface="Times New Roman" panose="02020603050405020304" pitchFamily="18" charset="0"/>
              </a:rPr>
              <a:t>Walmart can compete with Amazon by growing its digital platforms, AI, and e-commerce.</a:t>
            </a:r>
            <a:r>
              <a:rPr lang="en-US" sz="1500" dirty="0">
                <a:solidFill>
                  <a:schemeClr val="bg1"/>
                </a:solidFill>
                <a:latin typeface="Times New Roman" panose="02020603050405020304" pitchFamily="18" charset="0"/>
                <a:cs typeface="Times New Roman" panose="02020603050405020304" pitchFamily="18" charset="0"/>
              </a:rPr>
              <a:t> </a:t>
            </a:r>
          </a:p>
          <a:p>
            <a:r>
              <a:rPr lang="en-US" sz="1500" b="1" i="0" u="none" strike="noStrike" dirty="0">
                <a:solidFill>
                  <a:schemeClr val="bg1"/>
                </a:solidFill>
                <a:effectLst/>
                <a:latin typeface="Times New Roman" panose="02020603050405020304" pitchFamily="18" charset="0"/>
                <a:cs typeface="Times New Roman" panose="02020603050405020304" pitchFamily="18" charset="0"/>
              </a:rPr>
              <a:t>Sustainability Initiatives: </a:t>
            </a:r>
            <a:r>
              <a:rPr lang="en-US" sz="1500" b="0" i="0" u="none" strike="noStrike" dirty="0">
                <a:solidFill>
                  <a:schemeClr val="bg1"/>
                </a:solidFill>
                <a:effectLst/>
                <a:latin typeface="Times New Roman" panose="02020603050405020304" pitchFamily="18" charset="0"/>
                <a:cs typeface="Times New Roman" panose="02020603050405020304" pitchFamily="18" charset="0"/>
              </a:rPr>
              <a:t>In line with worldwide trends, Walmart is concentrating on trash reduction, EV charging stations, and renewable energy.</a:t>
            </a:r>
            <a:r>
              <a:rPr lang="en-US" sz="1500" dirty="0">
                <a:solidFill>
                  <a:schemeClr val="bg1"/>
                </a:solidFill>
                <a:latin typeface="Times New Roman" panose="02020603050405020304" pitchFamily="18" charset="0"/>
                <a:cs typeface="Times New Roman" panose="02020603050405020304" pitchFamily="18" charset="0"/>
              </a:rPr>
              <a:t> </a:t>
            </a:r>
          </a:p>
          <a:p>
            <a:r>
              <a:rPr lang="en-US" sz="1500" b="1" i="0" u="none" strike="noStrike" dirty="0">
                <a:solidFill>
                  <a:schemeClr val="bg1"/>
                </a:solidFill>
                <a:effectLst/>
                <a:latin typeface="Times New Roman" panose="02020603050405020304" pitchFamily="18" charset="0"/>
                <a:cs typeface="Times New Roman" panose="02020603050405020304" pitchFamily="18" charset="0"/>
              </a:rPr>
              <a:t>Growth in Emerging Markets: </a:t>
            </a:r>
            <a:r>
              <a:rPr lang="en-US" sz="1500" b="0" i="0" u="none" strike="noStrike" dirty="0">
                <a:solidFill>
                  <a:schemeClr val="bg1"/>
                </a:solidFill>
                <a:effectLst/>
                <a:latin typeface="Times New Roman" panose="02020603050405020304" pitchFamily="18" charset="0"/>
                <a:cs typeface="Times New Roman" panose="02020603050405020304" pitchFamily="18" charset="0"/>
              </a:rPr>
              <a:t>There are a lot of growth prospects by entering Asia, Africa, and Latin America.</a:t>
            </a:r>
            <a:r>
              <a:rPr lang="en-US" sz="1500" dirty="0">
                <a:solidFill>
                  <a:schemeClr val="bg1"/>
                </a:solidFill>
                <a:latin typeface="Times New Roman" panose="02020603050405020304" pitchFamily="18" charset="0"/>
                <a:cs typeface="Times New Roman" panose="02020603050405020304" pitchFamily="18" charset="0"/>
              </a:rPr>
              <a:t> </a:t>
            </a:r>
          </a:p>
          <a:p>
            <a:r>
              <a:rPr lang="en-US" sz="1500" b="1" i="0" u="none" strike="noStrike" dirty="0">
                <a:solidFill>
                  <a:schemeClr val="bg1"/>
                </a:solidFill>
                <a:effectLst/>
                <a:latin typeface="Times New Roman" panose="02020603050405020304" pitchFamily="18" charset="0"/>
                <a:cs typeface="Times New Roman" panose="02020603050405020304" pitchFamily="18" charset="0"/>
              </a:rPr>
              <a:t>Innovative Delivery Options: </a:t>
            </a:r>
            <a:r>
              <a:rPr lang="en-US" sz="1500" b="0" i="0" u="none" strike="noStrike" dirty="0">
                <a:solidFill>
                  <a:schemeClr val="bg1"/>
                </a:solidFill>
                <a:effectLst/>
                <a:latin typeface="Times New Roman" panose="02020603050405020304" pitchFamily="18" charset="0"/>
                <a:cs typeface="Times New Roman" panose="02020603050405020304" pitchFamily="18" charset="0"/>
              </a:rPr>
              <a:t>Investing in intelligent supply chains and drone delivery can improve the client experience.</a:t>
            </a:r>
            <a:r>
              <a:rPr lang="en-US" sz="1500" dirty="0">
                <a:solidFill>
                  <a:schemeClr val="bg1"/>
                </a:solidFill>
                <a:latin typeface="Times New Roman" panose="02020603050405020304" pitchFamily="18" charset="0"/>
                <a:cs typeface="Times New Roman" panose="02020603050405020304" pitchFamily="18" charset="0"/>
              </a:rPr>
              <a:t> </a:t>
            </a:r>
          </a:p>
          <a:p>
            <a:r>
              <a:rPr lang="en-US" sz="1500" b="1" dirty="0">
                <a:solidFill>
                  <a:schemeClr val="bg1"/>
                </a:solidFill>
                <a:latin typeface="Times New Roman" panose="02020603050405020304" pitchFamily="18" charset="0"/>
                <a:cs typeface="Times New Roman" panose="02020603050405020304" pitchFamily="18" charset="0"/>
              </a:rPr>
              <a:t>Private Label Brands: </a:t>
            </a:r>
            <a:r>
              <a:rPr lang="en-US" sz="1500" dirty="0">
                <a:solidFill>
                  <a:schemeClr val="bg1"/>
                </a:solidFill>
                <a:latin typeface="Times New Roman" panose="02020603050405020304" pitchFamily="18" charset="0"/>
                <a:cs typeface="Times New Roman" panose="02020603050405020304" pitchFamily="18" charset="0"/>
              </a:rPr>
              <a:t>Increasing investment in private label products can improve margins and customer loyalty.</a:t>
            </a:r>
          </a:p>
          <a:p>
            <a:endParaRPr lang="en-US" sz="1500" b="1" dirty="0">
              <a:solidFill>
                <a:schemeClr val="bg1"/>
              </a:solidFill>
              <a:latin typeface="Times New Roman" panose="02020603050405020304" pitchFamily="18" charset="0"/>
              <a:cs typeface="Times New Roman" panose="02020603050405020304" pitchFamily="18" charset="0"/>
            </a:endParaRPr>
          </a:p>
          <a:p>
            <a:endParaRPr lang="en-US" sz="1500" dirty="0">
              <a:solidFill>
                <a:schemeClr val="bg1"/>
              </a:solidFill>
              <a:latin typeface="Times New Roman" panose="02020603050405020304" pitchFamily="18" charset="0"/>
              <a:cs typeface="Times New Roman" panose="02020603050405020304" pitchFamily="18" charset="0"/>
            </a:endParaRPr>
          </a:p>
        </p:txBody>
      </p:sp>
      <p:pic>
        <p:nvPicPr>
          <p:cNvPr id="6" name="Picture 5" descr="A blue text on a black background&#10;&#10;Description automatically generated">
            <a:extLst>
              <a:ext uri="{FF2B5EF4-FFF2-40B4-BE49-F238E27FC236}">
                <a16:creationId xmlns:a16="http://schemas.microsoft.com/office/drawing/2014/main" id="{BB4DA81F-7F47-96CE-DBDA-F7006234B400}"/>
              </a:ext>
            </a:extLst>
          </p:cNvPr>
          <p:cNvPicPr>
            <a:picLocks noChangeAspect="1"/>
          </p:cNvPicPr>
          <p:nvPr/>
        </p:nvPicPr>
        <p:blipFill>
          <a:blip r:embed="rId3"/>
          <a:stretch>
            <a:fillRect/>
          </a:stretch>
        </p:blipFill>
        <p:spPr>
          <a:xfrm>
            <a:off x="0" y="0"/>
            <a:ext cx="1507066" cy="362049"/>
          </a:xfrm>
          <a:prstGeom prst="rect">
            <a:avLst/>
          </a:prstGeom>
        </p:spPr>
      </p:pic>
    </p:spTree>
    <p:extLst>
      <p:ext uri="{BB962C8B-B14F-4D97-AF65-F5344CB8AC3E}">
        <p14:creationId xmlns:p14="http://schemas.microsoft.com/office/powerpoint/2010/main" val="9766442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blue building with a sign&#10;&#10;Description automatically generated">
            <a:extLst>
              <a:ext uri="{FF2B5EF4-FFF2-40B4-BE49-F238E27FC236}">
                <a16:creationId xmlns:a16="http://schemas.microsoft.com/office/drawing/2014/main" id="{437AC520-9BE9-7A6B-5EBE-3946F3CDB66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42996"/>
          </a:xfrm>
        </p:spPr>
      </p:pic>
      <p:sp>
        <p:nvSpPr>
          <p:cNvPr id="7" name="TextBox 6">
            <a:extLst>
              <a:ext uri="{FF2B5EF4-FFF2-40B4-BE49-F238E27FC236}">
                <a16:creationId xmlns:a16="http://schemas.microsoft.com/office/drawing/2014/main" id="{42C99CBF-4706-1FBE-6E6D-611A2D02020A}"/>
              </a:ext>
            </a:extLst>
          </p:cNvPr>
          <p:cNvSpPr txBox="1"/>
          <p:nvPr/>
        </p:nvSpPr>
        <p:spPr>
          <a:xfrm>
            <a:off x="237065" y="237067"/>
            <a:ext cx="10744201" cy="2077492"/>
          </a:xfrm>
          <a:prstGeom prst="rect">
            <a:avLst/>
          </a:prstGeom>
          <a:noFill/>
        </p:spPr>
        <p:txBody>
          <a:bodyPr wrap="square" rtlCol="0">
            <a:spAutoFit/>
          </a:bodyPr>
          <a:lstStyle/>
          <a:p>
            <a:r>
              <a:rPr lang="en-US" sz="2300" b="1" dirty="0">
                <a:latin typeface="Times New Roman" panose="02020603050405020304" pitchFamily="18" charset="0"/>
                <a:cs typeface="Times New Roman" panose="02020603050405020304" pitchFamily="18" charset="0"/>
              </a:rPr>
              <a:t>THREATS</a:t>
            </a:r>
          </a:p>
          <a:p>
            <a:endParaRPr lang="en-US" sz="16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500" b="1" i="0" u="none" strike="noStrike" dirty="0">
                <a:solidFill>
                  <a:srgbClr val="000000"/>
                </a:solidFill>
                <a:effectLst/>
                <a:latin typeface="Times New Roman "/>
              </a:rPr>
              <a:t>Intense Competition: </a:t>
            </a:r>
            <a:r>
              <a:rPr lang="en-US" sz="1500" b="0" i="0" u="none" strike="noStrike" dirty="0">
                <a:solidFill>
                  <a:srgbClr val="000000"/>
                </a:solidFill>
                <a:effectLst/>
                <a:latin typeface="Times New Roman "/>
              </a:rPr>
              <a:t>Walmart faces strong competition from Amazon, Costco, and Target, particularly in e-commerce.</a:t>
            </a:r>
          </a:p>
          <a:p>
            <a:pPr marL="285750" indent="-285750">
              <a:buFont typeface="Arial" panose="020B0604020202020204" pitchFamily="34" charset="0"/>
              <a:buChar char="•"/>
            </a:pPr>
            <a:r>
              <a:rPr lang="en-US" sz="1500" b="1" dirty="0">
                <a:solidFill>
                  <a:srgbClr val="000000"/>
                </a:solidFill>
                <a:latin typeface="Times New Roman "/>
              </a:rPr>
              <a:t>Economic Uncertainty:</a:t>
            </a:r>
            <a:r>
              <a:rPr lang="en-US" sz="1500" dirty="0">
                <a:solidFill>
                  <a:srgbClr val="000000"/>
                </a:solidFill>
                <a:latin typeface="Times New Roman "/>
              </a:rPr>
              <a:t> Recession risks, inflation, and rising costs can reduce consumer spending.</a:t>
            </a:r>
          </a:p>
          <a:p>
            <a:pPr marL="285750" indent="-285750">
              <a:buFont typeface="Arial" panose="020B0604020202020204" pitchFamily="34" charset="0"/>
              <a:buChar char="•"/>
            </a:pPr>
            <a:r>
              <a:rPr lang="en-US" sz="1500" b="1" dirty="0">
                <a:solidFill>
                  <a:srgbClr val="000000"/>
                </a:solidFill>
                <a:latin typeface="Times New Roman "/>
              </a:rPr>
              <a:t>Changing Consumer Behavior:</a:t>
            </a:r>
            <a:r>
              <a:rPr lang="en-US" sz="1500" dirty="0">
                <a:solidFill>
                  <a:srgbClr val="000000"/>
                </a:solidFill>
                <a:latin typeface="Times New Roman "/>
              </a:rPr>
              <a:t> Preference for online shopping and ethical brands may shift demand away from Walmart’s traditional model.</a:t>
            </a:r>
          </a:p>
          <a:p>
            <a:pPr marL="285750" indent="-285750">
              <a:buFont typeface="Arial" panose="020B0604020202020204" pitchFamily="34" charset="0"/>
              <a:buChar char="•"/>
            </a:pPr>
            <a:r>
              <a:rPr lang="en-US" sz="1500" b="1" dirty="0">
                <a:solidFill>
                  <a:srgbClr val="000000"/>
                </a:solidFill>
                <a:latin typeface="Times New Roman "/>
              </a:rPr>
              <a:t>Technological Disruptions: </a:t>
            </a:r>
            <a:r>
              <a:rPr lang="en-US" sz="1500" dirty="0">
                <a:solidFill>
                  <a:srgbClr val="000000"/>
                </a:solidFill>
                <a:latin typeface="Times New Roman "/>
              </a:rPr>
              <a:t>Rapid changes in technology may require constant innovation to maintain market leadership. </a:t>
            </a:r>
          </a:p>
          <a:p>
            <a:pPr marL="285750" indent="-285750">
              <a:buFont typeface="Arial" panose="020B0604020202020204" pitchFamily="34" charset="0"/>
              <a:buChar char="•"/>
            </a:pPr>
            <a:r>
              <a:rPr lang="en-US" sz="1500" b="1" dirty="0">
                <a:solidFill>
                  <a:srgbClr val="000000"/>
                </a:solidFill>
                <a:latin typeface="Times New Roman "/>
              </a:rPr>
              <a:t>Regulatory Challenges: </a:t>
            </a:r>
            <a:r>
              <a:rPr lang="en-US" sz="1500" dirty="0">
                <a:solidFill>
                  <a:srgbClr val="000000"/>
                </a:solidFill>
                <a:latin typeface="Times New Roman "/>
              </a:rPr>
              <a:t>Labor laws, antitrust scrutiny, and environmental regulations pose compliance risks.</a:t>
            </a:r>
          </a:p>
        </p:txBody>
      </p:sp>
    </p:spTree>
    <p:extLst>
      <p:ext uri="{BB962C8B-B14F-4D97-AF65-F5344CB8AC3E}">
        <p14:creationId xmlns:p14="http://schemas.microsoft.com/office/powerpoint/2010/main" val="36220085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D1A4588A-55D5-49B8-BE41-54ACDCFF2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blue background with white text&#10;&#10;Description automatically generated">
            <a:extLst>
              <a:ext uri="{FF2B5EF4-FFF2-40B4-BE49-F238E27FC236}">
                <a16:creationId xmlns:a16="http://schemas.microsoft.com/office/drawing/2014/main" id="{456178A8-F9D4-50E7-0FCA-74B83FBF407E}"/>
              </a:ext>
            </a:extLst>
          </p:cNvPr>
          <p:cNvPicPr>
            <a:picLocks noChangeAspect="1"/>
          </p:cNvPicPr>
          <p:nvPr/>
        </p:nvPicPr>
        <p:blipFill>
          <a:blip r:embed="rId2">
            <a:extLst>
              <a:ext uri="{28A0092B-C50C-407E-A947-70E740481C1C}">
                <a14:useLocalDpi xmlns:a14="http://schemas.microsoft.com/office/drawing/2010/main" val="0"/>
              </a:ext>
            </a:extLst>
          </a:blip>
          <a:srcRect t="23683" b="21440"/>
          <a:stretch/>
        </p:blipFill>
        <p:spPr>
          <a:xfrm>
            <a:off x="20" y="10"/>
            <a:ext cx="12191980" cy="4465973"/>
          </a:xfrm>
          <a:prstGeom prst="rect">
            <a:avLst/>
          </a:prstGeom>
        </p:spPr>
      </p:pic>
      <p:sp>
        <p:nvSpPr>
          <p:cNvPr id="28" name="Rectangle: Rounded Corners 27">
            <a:extLst>
              <a:ext uri="{FF2B5EF4-FFF2-40B4-BE49-F238E27FC236}">
                <a16:creationId xmlns:a16="http://schemas.microsoft.com/office/drawing/2014/main" id="{F97E7EA2-EDCD-47E9-81BC-415C606D1B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19552"/>
            <a:ext cx="9382538"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CEA5F4-CCF5-1F6E-864D-A7EFEA7A0646}"/>
              </a:ext>
            </a:extLst>
          </p:cNvPr>
          <p:cNvSpPr>
            <a:spLocks noGrp="1"/>
          </p:cNvSpPr>
          <p:nvPr>
            <p:ph type="title"/>
          </p:nvPr>
        </p:nvSpPr>
        <p:spPr>
          <a:xfrm>
            <a:off x="566928" y="4203278"/>
            <a:ext cx="8557193" cy="536063"/>
          </a:xfrm>
        </p:spPr>
        <p:txBody>
          <a:bodyPr>
            <a:normAutofit/>
          </a:bodyPr>
          <a:lstStyle/>
          <a:p>
            <a:r>
              <a:rPr lang="en-US" sz="2800" dirty="0">
                <a:solidFill>
                  <a:schemeClr val="bg1"/>
                </a:solidFill>
              </a:rPr>
              <a:t>Conclusion</a:t>
            </a:r>
          </a:p>
        </p:txBody>
      </p:sp>
      <p:sp>
        <p:nvSpPr>
          <p:cNvPr id="9" name="Content Placeholder 8">
            <a:extLst>
              <a:ext uri="{FF2B5EF4-FFF2-40B4-BE49-F238E27FC236}">
                <a16:creationId xmlns:a16="http://schemas.microsoft.com/office/drawing/2014/main" id="{9D85EB92-3283-5536-6704-D29418F2FBFD}"/>
              </a:ext>
            </a:extLst>
          </p:cNvPr>
          <p:cNvSpPr>
            <a:spLocks noGrp="1"/>
          </p:cNvSpPr>
          <p:nvPr>
            <p:ph idx="1"/>
          </p:nvPr>
        </p:nvSpPr>
        <p:spPr>
          <a:xfrm>
            <a:off x="566928" y="4956314"/>
            <a:ext cx="11058144" cy="1622286"/>
          </a:xfrm>
        </p:spPr>
        <p:txBody>
          <a:bodyPr>
            <a:noAutofit/>
          </a:bodyPr>
          <a:lstStyle/>
          <a:p>
            <a:pPr>
              <a:lnSpc>
                <a:spcPct val="100000"/>
              </a:lnSpc>
            </a:pPr>
            <a:r>
              <a:rPr lang="en-US" sz="1500" dirty="0">
                <a:latin typeface="Times New Roman "/>
              </a:rPr>
              <a:t>Walmart’s strong market leadership, driven by strategic investments in technology, sustainability, and global expansion, positions it as a resilient player in the retail industry. Its focus on enhancing customer experiences through </a:t>
            </a:r>
            <a:r>
              <a:rPr lang="en-US" sz="1500" b="1" dirty="0">
                <a:latin typeface="Times New Roman "/>
              </a:rPr>
              <a:t>Walmart+</a:t>
            </a:r>
            <a:r>
              <a:rPr lang="en-US" sz="1500" dirty="0">
                <a:latin typeface="Times New Roman "/>
              </a:rPr>
              <a:t>, innovative delivery solutions, and omnichannel strategies ensures it remains competitive in the evolving retail landscape. With continuous improvements in staff development, operational efficiency, and sustainable practices, Walmart is well-prepared to tackle challenges and seize growth opportunities. The company’s ability to adapt to modern consumer preferences and market demands underscores a future that is not only promising but also sustainable.</a:t>
            </a:r>
          </a:p>
        </p:txBody>
      </p:sp>
    </p:spTree>
    <p:extLst>
      <p:ext uri="{BB962C8B-B14F-4D97-AF65-F5344CB8AC3E}">
        <p14:creationId xmlns:p14="http://schemas.microsoft.com/office/powerpoint/2010/main" val="9174223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801D036-93B7-9EF7-7DD9-61977E0DDA07}"/>
              </a:ext>
            </a:extLst>
          </p:cNvPr>
          <p:cNvSpPr txBox="1"/>
          <p:nvPr/>
        </p:nvSpPr>
        <p:spPr>
          <a:xfrm>
            <a:off x="845227" y="2379388"/>
            <a:ext cx="4192439" cy="1193546"/>
          </a:xfrm>
          <a:prstGeom prst="rect">
            <a:avLst/>
          </a:prstGeom>
        </p:spPr>
        <p:txBody>
          <a:bodyPr vert="horz" lIns="91440" tIns="45720" rIns="91440" bIns="45720" rtlCol="0" anchor="t">
            <a:normAutofit/>
          </a:bodyPr>
          <a:lstStyle/>
          <a:p>
            <a:pPr>
              <a:lnSpc>
                <a:spcPct val="110000"/>
              </a:lnSpc>
              <a:spcBef>
                <a:spcPct val="0"/>
              </a:spcBef>
              <a:spcAft>
                <a:spcPts val="600"/>
              </a:spcAft>
            </a:pPr>
            <a:r>
              <a:rPr lang="en-US" sz="4000" b="1" dirty="0">
                <a:latin typeface="Times New Roman" panose="02020603050405020304" pitchFamily="18" charset="0"/>
                <a:cs typeface="Times New Roman" panose="02020603050405020304" pitchFamily="18" charset="0"/>
              </a:rPr>
              <a:t>   THANK YOU!</a:t>
            </a:r>
          </a:p>
          <a:p>
            <a:pPr>
              <a:lnSpc>
                <a:spcPct val="110000"/>
              </a:lnSpc>
              <a:spcBef>
                <a:spcPct val="0"/>
              </a:spcBef>
              <a:spcAft>
                <a:spcPts val="600"/>
              </a:spcAft>
            </a:pPr>
            <a:r>
              <a:rPr lang="en-US" sz="1500" b="1" dirty="0">
                <a:latin typeface="Times New Roman" panose="02020603050405020304" pitchFamily="18" charset="0"/>
                <a:cs typeface="Times New Roman" panose="02020603050405020304" pitchFamily="18" charset="0"/>
              </a:rPr>
              <a:t>	- Prepared by Niket Shah</a:t>
            </a:r>
          </a:p>
        </p:txBody>
      </p:sp>
      <p:pic>
        <p:nvPicPr>
          <p:cNvPr id="10" name="Picture 9" descr="A person with a bottle of water&#10;&#10;Description automatically generated">
            <a:extLst>
              <a:ext uri="{FF2B5EF4-FFF2-40B4-BE49-F238E27FC236}">
                <a16:creationId xmlns:a16="http://schemas.microsoft.com/office/drawing/2014/main" id="{C60CB6C6-F881-15EE-16CF-2506418FC066}"/>
              </a:ext>
            </a:extLst>
          </p:cNvPr>
          <p:cNvPicPr>
            <a:picLocks noChangeAspect="1"/>
          </p:cNvPicPr>
          <p:nvPr/>
        </p:nvPicPr>
        <p:blipFill>
          <a:blip r:embed="rId2">
            <a:extLst>
              <a:ext uri="{28A0092B-C50C-407E-A947-70E740481C1C}">
                <a14:useLocalDpi xmlns:a14="http://schemas.microsoft.com/office/drawing/2010/main" val="0"/>
              </a:ext>
            </a:extLst>
          </a:blip>
          <a:srcRect b="1526"/>
          <a:stretch/>
        </p:blipFill>
        <p:spPr>
          <a:xfrm>
            <a:off x="5255582" y="670460"/>
            <a:ext cx="6021572" cy="5366356"/>
          </a:xfrm>
          <a:prstGeom prst="rect">
            <a:avLst/>
          </a:prstGeom>
        </p:spPr>
      </p:pic>
    </p:spTree>
    <p:extLst>
      <p:ext uri="{BB962C8B-B14F-4D97-AF65-F5344CB8AC3E}">
        <p14:creationId xmlns:p14="http://schemas.microsoft.com/office/powerpoint/2010/main" val="2255295380"/>
      </p:ext>
    </p:extLst>
  </p:cSld>
  <p:clrMapOvr>
    <a:masterClrMapping/>
  </p:clrMapOvr>
</p:sld>
</file>

<file path=ppt/theme/_rels/theme5.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4.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5.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1508</TotalTime>
  <Words>1901</Words>
  <Application>Microsoft Office PowerPoint</Application>
  <PresentationFormat>Widescreen</PresentationFormat>
  <Paragraphs>144</Paragraphs>
  <Slides>20</Slides>
  <Notes>1</Notes>
  <HiddenSlides>0</HiddenSlides>
  <MMClips>0</MMClips>
  <ScaleCrop>false</ScaleCrop>
  <HeadingPairs>
    <vt:vector size="6" baseType="variant">
      <vt:variant>
        <vt:lpstr>Fonts Used</vt:lpstr>
      </vt:variant>
      <vt:variant>
        <vt:i4>12</vt:i4>
      </vt:variant>
      <vt:variant>
        <vt:lpstr>Theme</vt:lpstr>
      </vt:variant>
      <vt:variant>
        <vt:i4>5</vt:i4>
      </vt:variant>
      <vt:variant>
        <vt:lpstr>Slide Titles</vt:lpstr>
      </vt:variant>
      <vt:variant>
        <vt:i4>20</vt:i4>
      </vt:variant>
    </vt:vector>
  </HeadingPairs>
  <TitlesOfParts>
    <vt:vector size="37" baseType="lpstr">
      <vt:lpstr>Agency FB</vt:lpstr>
      <vt:lpstr>Aptos</vt:lpstr>
      <vt:lpstr>Arial</vt:lpstr>
      <vt:lpstr>Avenir Next LT Pro</vt:lpstr>
      <vt:lpstr>Calibri</vt:lpstr>
      <vt:lpstr>Century Gothic</vt:lpstr>
      <vt:lpstr>Neue Haas Grotesk Text Pro</vt:lpstr>
      <vt:lpstr>Times New Roman</vt:lpstr>
      <vt:lpstr>Times New Roman </vt:lpstr>
      <vt:lpstr>Trebuchet MS</vt:lpstr>
      <vt:lpstr>Tw Cen MT</vt:lpstr>
      <vt:lpstr>Wingdings 3</vt:lpstr>
      <vt:lpstr>AccentBoxVTI</vt:lpstr>
      <vt:lpstr>Facet</vt:lpstr>
      <vt:lpstr>Wisp</vt:lpstr>
      <vt:lpstr>Droplet</vt:lpstr>
      <vt:lpstr>Circuit</vt:lpstr>
      <vt:lpstr>Annual Company  Report  2023 - 2024 </vt:lpstr>
      <vt:lpstr>ABOUT THE COMPANY</vt:lpstr>
      <vt:lpstr>Business Segments</vt:lpstr>
      <vt:lpstr>Key Business Metrics</vt:lpstr>
      <vt:lpstr>PowerPoint Presentation</vt:lpstr>
      <vt:lpstr>Current Activities</vt:lpstr>
      <vt:lpstr>Future Prospects</vt:lpstr>
      <vt:lpstr>PowerPoint Presentation</vt:lpstr>
      <vt:lpstr>Income Statement</vt:lpstr>
      <vt:lpstr>Balance Sheet</vt:lpstr>
      <vt:lpstr>STATEMENT OF CASH FLOWS</vt:lpstr>
      <vt:lpstr>Ratio Analysis</vt:lpstr>
      <vt:lpstr>PowerPoint Presentation</vt:lpstr>
      <vt:lpstr>PowerPoint Presentation</vt:lpstr>
      <vt:lpstr>PowerPoint Presentation</vt:lpstr>
      <vt:lpstr>PowerPoint Presentation</vt:lpstr>
      <vt:lpstr>OPPORTUNITIES</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Niket Shah</dc:creator>
  <cp:lastModifiedBy>Niket Shah</cp:lastModifiedBy>
  <cp:revision>1</cp:revision>
  <dcterms:created xsi:type="dcterms:W3CDTF">2024-12-11T18:25:45Z</dcterms:created>
  <dcterms:modified xsi:type="dcterms:W3CDTF">2024-12-12T19:34:34Z</dcterms:modified>
</cp:coreProperties>
</file>